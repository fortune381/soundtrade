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224BF8-BB92-430E-A280-F3FBBC5861A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D9725AA-8F50-446D-B00A-A616BB106862}">
      <dgm:prSet/>
      <dgm:spPr/>
      <dgm:t>
        <a:bodyPr/>
        <a:lstStyle/>
        <a:p>
          <a:pPr>
            <a:defRPr cap="all"/>
          </a:pPr>
          <a:r>
            <a:rPr lang="en-US"/>
            <a:t>Implement core system from labs</a:t>
          </a:r>
        </a:p>
      </dgm:t>
    </dgm:pt>
    <dgm:pt modelId="{BC76AA9E-84CC-42D8-B81A-80E7AC9DEE35}" type="parTrans" cxnId="{79D3DE5C-F710-40E0-9928-69719CFA6152}">
      <dgm:prSet/>
      <dgm:spPr/>
      <dgm:t>
        <a:bodyPr/>
        <a:lstStyle/>
        <a:p>
          <a:endParaRPr lang="en-US"/>
        </a:p>
      </dgm:t>
    </dgm:pt>
    <dgm:pt modelId="{CF1EC9A0-CBC7-428A-A9EB-9CDEB7EEACEA}" type="sibTrans" cxnId="{79D3DE5C-F710-40E0-9928-69719CFA6152}">
      <dgm:prSet/>
      <dgm:spPr/>
      <dgm:t>
        <a:bodyPr/>
        <a:lstStyle/>
        <a:p>
          <a:endParaRPr lang="en-US"/>
        </a:p>
      </dgm:t>
    </dgm:pt>
    <dgm:pt modelId="{BE2C7793-2462-4849-937A-7C4B9FF18540}">
      <dgm:prSet/>
      <dgm:spPr/>
      <dgm:t>
        <a:bodyPr/>
        <a:lstStyle/>
        <a:p>
          <a:pPr>
            <a:defRPr cap="all"/>
          </a:pPr>
          <a:r>
            <a:rPr lang="en-US"/>
            <a:t>Build working user authentication system</a:t>
          </a:r>
        </a:p>
      </dgm:t>
    </dgm:pt>
    <dgm:pt modelId="{9338D49D-80B8-4828-8222-8070949503CF}" type="parTrans" cxnId="{15F09CD8-B79C-42B8-A1EE-D981C1648C38}">
      <dgm:prSet/>
      <dgm:spPr/>
      <dgm:t>
        <a:bodyPr/>
        <a:lstStyle/>
        <a:p>
          <a:endParaRPr lang="en-US"/>
        </a:p>
      </dgm:t>
    </dgm:pt>
    <dgm:pt modelId="{808E111A-4D2B-454B-8060-CEE54F429688}" type="sibTrans" cxnId="{15F09CD8-B79C-42B8-A1EE-D981C1648C38}">
      <dgm:prSet/>
      <dgm:spPr/>
      <dgm:t>
        <a:bodyPr/>
        <a:lstStyle/>
        <a:p>
          <a:endParaRPr lang="en-US"/>
        </a:p>
      </dgm:t>
    </dgm:pt>
    <dgm:pt modelId="{41CE4A45-4F10-461A-8CFF-39ABD43E5A37}">
      <dgm:prSet/>
      <dgm:spPr/>
      <dgm:t>
        <a:bodyPr/>
        <a:lstStyle/>
        <a:p>
          <a:pPr>
            <a:defRPr cap="all"/>
          </a:pPr>
          <a:r>
            <a:rPr lang="en-US"/>
            <a:t>Prepare demo-ready application</a:t>
          </a:r>
        </a:p>
      </dgm:t>
    </dgm:pt>
    <dgm:pt modelId="{D5FE7883-B4BC-4CC8-AE8A-A476886F3B33}" type="parTrans" cxnId="{AC1DF6F1-4C21-48C9-BABC-39C31E53221C}">
      <dgm:prSet/>
      <dgm:spPr/>
      <dgm:t>
        <a:bodyPr/>
        <a:lstStyle/>
        <a:p>
          <a:endParaRPr lang="en-US"/>
        </a:p>
      </dgm:t>
    </dgm:pt>
    <dgm:pt modelId="{EB2AEE6E-DC49-4750-96FE-F10D71563D52}" type="sibTrans" cxnId="{AC1DF6F1-4C21-48C9-BABC-39C31E53221C}">
      <dgm:prSet/>
      <dgm:spPr/>
      <dgm:t>
        <a:bodyPr/>
        <a:lstStyle/>
        <a:p>
          <a:endParaRPr lang="en-US"/>
        </a:p>
      </dgm:t>
    </dgm:pt>
    <dgm:pt modelId="{6F8DC4A8-AB5E-4CDB-8941-FA813099A559}" type="pres">
      <dgm:prSet presAssocID="{B4224BF8-BB92-430E-A280-F3FBBC5861AE}" presName="root" presStyleCnt="0">
        <dgm:presLayoutVars>
          <dgm:dir/>
          <dgm:resizeHandles val="exact"/>
        </dgm:presLayoutVars>
      </dgm:prSet>
      <dgm:spPr/>
    </dgm:pt>
    <dgm:pt modelId="{47E51C05-8A27-49BF-9E70-C1BC6D8BFEC1}" type="pres">
      <dgm:prSet presAssocID="{1D9725AA-8F50-446D-B00A-A616BB106862}" presName="compNode" presStyleCnt="0"/>
      <dgm:spPr/>
    </dgm:pt>
    <dgm:pt modelId="{414FBE43-25F0-45C6-8E0C-BBAAF4810B98}" type="pres">
      <dgm:prSet presAssocID="{1D9725AA-8F50-446D-B00A-A616BB106862}" presName="iconBgRect" presStyleLbl="bgShp" presStyleIdx="0" presStyleCnt="3"/>
      <dgm:spPr/>
    </dgm:pt>
    <dgm:pt modelId="{8F189E6D-1D51-41DC-998F-D9FC3265F441}" type="pres">
      <dgm:prSet presAssocID="{1D9725AA-8F50-446D-B00A-A616BB10686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23D6214-A81B-4D76-92DE-BF834C4391E2}" type="pres">
      <dgm:prSet presAssocID="{1D9725AA-8F50-446D-B00A-A616BB106862}" presName="spaceRect" presStyleCnt="0"/>
      <dgm:spPr/>
    </dgm:pt>
    <dgm:pt modelId="{FAAAFB73-2A8A-4793-BA4C-1FBD74D33475}" type="pres">
      <dgm:prSet presAssocID="{1D9725AA-8F50-446D-B00A-A616BB106862}" presName="textRect" presStyleLbl="revTx" presStyleIdx="0" presStyleCnt="3">
        <dgm:presLayoutVars>
          <dgm:chMax val="1"/>
          <dgm:chPref val="1"/>
        </dgm:presLayoutVars>
      </dgm:prSet>
      <dgm:spPr/>
    </dgm:pt>
    <dgm:pt modelId="{284E0444-5210-43F9-81F2-87CB7CE3B250}" type="pres">
      <dgm:prSet presAssocID="{CF1EC9A0-CBC7-428A-A9EB-9CDEB7EEACEA}" presName="sibTrans" presStyleCnt="0"/>
      <dgm:spPr/>
    </dgm:pt>
    <dgm:pt modelId="{A2FBCCE2-8289-4650-889D-CB7D9151F237}" type="pres">
      <dgm:prSet presAssocID="{BE2C7793-2462-4849-937A-7C4B9FF18540}" presName="compNode" presStyleCnt="0"/>
      <dgm:spPr/>
    </dgm:pt>
    <dgm:pt modelId="{86534B38-2D40-42F6-944E-863104A61C3C}" type="pres">
      <dgm:prSet presAssocID="{BE2C7793-2462-4849-937A-7C4B9FF18540}" presName="iconBgRect" presStyleLbl="bgShp" presStyleIdx="1" presStyleCnt="3"/>
      <dgm:spPr/>
    </dgm:pt>
    <dgm:pt modelId="{6F55A325-6A0F-4F70-B83B-216DBF4F0129}" type="pres">
      <dgm:prSet presAssocID="{BE2C7793-2462-4849-937A-7C4B9FF1854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AB5CECD2-36BB-49FD-AD9E-663D1B85B023}" type="pres">
      <dgm:prSet presAssocID="{BE2C7793-2462-4849-937A-7C4B9FF18540}" presName="spaceRect" presStyleCnt="0"/>
      <dgm:spPr/>
    </dgm:pt>
    <dgm:pt modelId="{0E666CAB-1CC7-47D7-BC1D-D8D5DE9F2A4D}" type="pres">
      <dgm:prSet presAssocID="{BE2C7793-2462-4849-937A-7C4B9FF18540}" presName="textRect" presStyleLbl="revTx" presStyleIdx="1" presStyleCnt="3">
        <dgm:presLayoutVars>
          <dgm:chMax val="1"/>
          <dgm:chPref val="1"/>
        </dgm:presLayoutVars>
      </dgm:prSet>
      <dgm:spPr/>
    </dgm:pt>
    <dgm:pt modelId="{61B2BD91-2375-4690-BB04-4D69806691C0}" type="pres">
      <dgm:prSet presAssocID="{808E111A-4D2B-454B-8060-CEE54F429688}" presName="sibTrans" presStyleCnt="0"/>
      <dgm:spPr/>
    </dgm:pt>
    <dgm:pt modelId="{CE24F6EF-E5A5-4D08-92C2-C00349E24AF8}" type="pres">
      <dgm:prSet presAssocID="{41CE4A45-4F10-461A-8CFF-39ABD43E5A37}" presName="compNode" presStyleCnt="0"/>
      <dgm:spPr/>
    </dgm:pt>
    <dgm:pt modelId="{DF4D867D-28C0-46C3-8AE3-D96DC5C5EDE7}" type="pres">
      <dgm:prSet presAssocID="{41CE4A45-4F10-461A-8CFF-39ABD43E5A37}" presName="iconBgRect" presStyleLbl="bgShp" presStyleIdx="2" presStyleCnt="3"/>
      <dgm:spPr/>
    </dgm:pt>
    <dgm:pt modelId="{C31DEDA5-BDBD-44FB-9E37-BC1897590502}" type="pres">
      <dgm:prSet presAssocID="{41CE4A45-4F10-461A-8CFF-39ABD43E5A3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E999D503-25BC-4958-AF49-21BCE8156314}" type="pres">
      <dgm:prSet presAssocID="{41CE4A45-4F10-461A-8CFF-39ABD43E5A37}" presName="spaceRect" presStyleCnt="0"/>
      <dgm:spPr/>
    </dgm:pt>
    <dgm:pt modelId="{611AAFA0-C639-4528-A071-2FB3F22A83A3}" type="pres">
      <dgm:prSet presAssocID="{41CE4A45-4F10-461A-8CFF-39ABD43E5A3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7F38423-0A1A-4E34-9973-C61CDE1D463D}" type="presOf" srcId="{1D9725AA-8F50-446D-B00A-A616BB106862}" destId="{FAAAFB73-2A8A-4793-BA4C-1FBD74D33475}" srcOrd="0" destOrd="0" presId="urn:microsoft.com/office/officeart/2018/5/layout/IconCircleLabelList"/>
    <dgm:cxn modelId="{D68F4238-3383-41B9-9E65-71B168317783}" type="presOf" srcId="{41CE4A45-4F10-461A-8CFF-39ABD43E5A37}" destId="{611AAFA0-C639-4528-A071-2FB3F22A83A3}" srcOrd="0" destOrd="0" presId="urn:microsoft.com/office/officeart/2018/5/layout/IconCircleLabelList"/>
    <dgm:cxn modelId="{79D3DE5C-F710-40E0-9928-69719CFA6152}" srcId="{B4224BF8-BB92-430E-A280-F3FBBC5861AE}" destId="{1D9725AA-8F50-446D-B00A-A616BB106862}" srcOrd="0" destOrd="0" parTransId="{BC76AA9E-84CC-42D8-B81A-80E7AC9DEE35}" sibTransId="{CF1EC9A0-CBC7-428A-A9EB-9CDEB7EEACEA}"/>
    <dgm:cxn modelId="{EEC21E8F-FAF4-43C5-AAD2-699C23636A30}" type="presOf" srcId="{B4224BF8-BB92-430E-A280-F3FBBC5861AE}" destId="{6F8DC4A8-AB5E-4CDB-8941-FA813099A559}" srcOrd="0" destOrd="0" presId="urn:microsoft.com/office/officeart/2018/5/layout/IconCircleLabelList"/>
    <dgm:cxn modelId="{78442A96-6D05-4C13-8A5B-559FCF8D5967}" type="presOf" srcId="{BE2C7793-2462-4849-937A-7C4B9FF18540}" destId="{0E666CAB-1CC7-47D7-BC1D-D8D5DE9F2A4D}" srcOrd="0" destOrd="0" presId="urn:microsoft.com/office/officeart/2018/5/layout/IconCircleLabelList"/>
    <dgm:cxn modelId="{15F09CD8-B79C-42B8-A1EE-D981C1648C38}" srcId="{B4224BF8-BB92-430E-A280-F3FBBC5861AE}" destId="{BE2C7793-2462-4849-937A-7C4B9FF18540}" srcOrd="1" destOrd="0" parTransId="{9338D49D-80B8-4828-8222-8070949503CF}" sibTransId="{808E111A-4D2B-454B-8060-CEE54F429688}"/>
    <dgm:cxn modelId="{AC1DF6F1-4C21-48C9-BABC-39C31E53221C}" srcId="{B4224BF8-BB92-430E-A280-F3FBBC5861AE}" destId="{41CE4A45-4F10-461A-8CFF-39ABD43E5A37}" srcOrd="2" destOrd="0" parTransId="{D5FE7883-B4BC-4CC8-AE8A-A476886F3B33}" sibTransId="{EB2AEE6E-DC49-4750-96FE-F10D71563D52}"/>
    <dgm:cxn modelId="{230C1F29-721E-422E-BE4A-9A114B168B7A}" type="presParOf" srcId="{6F8DC4A8-AB5E-4CDB-8941-FA813099A559}" destId="{47E51C05-8A27-49BF-9E70-C1BC6D8BFEC1}" srcOrd="0" destOrd="0" presId="urn:microsoft.com/office/officeart/2018/5/layout/IconCircleLabelList"/>
    <dgm:cxn modelId="{5E9F6EFA-E651-4E54-B946-5D8CCFFFAEFB}" type="presParOf" srcId="{47E51C05-8A27-49BF-9E70-C1BC6D8BFEC1}" destId="{414FBE43-25F0-45C6-8E0C-BBAAF4810B98}" srcOrd="0" destOrd="0" presId="urn:microsoft.com/office/officeart/2018/5/layout/IconCircleLabelList"/>
    <dgm:cxn modelId="{F682436B-94C7-4DC1-84C7-B00BC6E43FAD}" type="presParOf" srcId="{47E51C05-8A27-49BF-9E70-C1BC6D8BFEC1}" destId="{8F189E6D-1D51-41DC-998F-D9FC3265F441}" srcOrd="1" destOrd="0" presId="urn:microsoft.com/office/officeart/2018/5/layout/IconCircleLabelList"/>
    <dgm:cxn modelId="{A4B7B00E-A155-4274-BB3B-0A66B2F5617C}" type="presParOf" srcId="{47E51C05-8A27-49BF-9E70-C1BC6D8BFEC1}" destId="{823D6214-A81B-4D76-92DE-BF834C4391E2}" srcOrd="2" destOrd="0" presId="urn:microsoft.com/office/officeart/2018/5/layout/IconCircleLabelList"/>
    <dgm:cxn modelId="{BE26D255-8FAC-4C6F-9791-B91333AC9AD7}" type="presParOf" srcId="{47E51C05-8A27-49BF-9E70-C1BC6D8BFEC1}" destId="{FAAAFB73-2A8A-4793-BA4C-1FBD74D33475}" srcOrd="3" destOrd="0" presId="urn:microsoft.com/office/officeart/2018/5/layout/IconCircleLabelList"/>
    <dgm:cxn modelId="{91AFAD6F-78B8-4A21-A8D0-37A68CF9DDB5}" type="presParOf" srcId="{6F8DC4A8-AB5E-4CDB-8941-FA813099A559}" destId="{284E0444-5210-43F9-81F2-87CB7CE3B250}" srcOrd="1" destOrd="0" presId="urn:microsoft.com/office/officeart/2018/5/layout/IconCircleLabelList"/>
    <dgm:cxn modelId="{29996765-7C1D-43E1-9A05-F163F9F6192D}" type="presParOf" srcId="{6F8DC4A8-AB5E-4CDB-8941-FA813099A559}" destId="{A2FBCCE2-8289-4650-889D-CB7D9151F237}" srcOrd="2" destOrd="0" presId="urn:microsoft.com/office/officeart/2018/5/layout/IconCircleLabelList"/>
    <dgm:cxn modelId="{C18720BF-9103-4E46-AB88-9B9F1E6D6DC6}" type="presParOf" srcId="{A2FBCCE2-8289-4650-889D-CB7D9151F237}" destId="{86534B38-2D40-42F6-944E-863104A61C3C}" srcOrd="0" destOrd="0" presId="urn:microsoft.com/office/officeart/2018/5/layout/IconCircleLabelList"/>
    <dgm:cxn modelId="{72E5699B-3BCF-4340-A8EB-D6E146C6E788}" type="presParOf" srcId="{A2FBCCE2-8289-4650-889D-CB7D9151F237}" destId="{6F55A325-6A0F-4F70-B83B-216DBF4F0129}" srcOrd="1" destOrd="0" presId="urn:microsoft.com/office/officeart/2018/5/layout/IconCircleLabelList"/>
    <dgm:cxn modelId="{200F4DCE-8745-4EEF-BAC7-E5A01941EE9C}" type="presParOf" srcId="{A2FBCCE2-8289-4650-889D-CB7D9151F237}" destId="{AB5CECD2-36BB-49FD-AD9E-663D1B85B023}" srcOrd="2" destOrd="0" presId="urn:microsoft.com/office/officeart/2018/5/layout/IconCircleLabelList"/>
    <dgm:cxn modelId="{24155116-9941-4B5D-B691-313A9C2EBFC5}" type="presParOf" srcId="{A2FBCCE2-8289-4650-889D-CB7D9151F237}" destId="{0E666CAB-1CC7-47D7-BC1D-D8D5DE9F2A4D}" srcOrd="3" destOrd="0" presId="urn:microsoft.com/office/officeart/2018/5/layout/IconCircleLabelList"/>
    <dgm:cxn modelId="{9D5E57C3-283E-48D3-B9B0-7E379B4120B1}" type="presParOf" srcId="{6F8DC4A8-AB5E-4CDB-8941-FA813099A559}" destId="{61B2BD91-2375-4690-BB04-4D69806691C0}" srcOrd="3" destOrd="0" presId="urn:microsoft.com/office/officeart/2018/5/layout/IconCircleLabelList"/>
    <dgm:cxn modelId="{8141C337-BE37-426D-9439-182A1A7EB35B}" type="presParOf" srcId="{6F8DC4A8-AB5E-4CDB-8941-FA813099A559}" destId="{CE24F6EF-E5A5-4D08-92C2-C00349E24AF8}" srcOrd="4" destOrd="0" presId="urn:microsoft.com/office/officeart/2018/5/layout/IconCircleLabelList"/>
    <dgm:cxn modelId="{AF18D502-2484-457F-815E-1279993B1FB5}" type="presParOf" srcId="{CE24F6EF-E5A5-4D08-92C2-C00349E24AF8}" destId="{DF4D867D-28C0-46C3-8AE3-D96DC5C5EDE7}" srcOrd="0" destOrd="0" presId="urn:microsoft.com/office/officeart/2018/5/layout/IconCircleLabelList"/>
    <dgm:cxn modelId="{F46F635C-4FC4-49B4-A4F5-B4DC4B68292C}" type="presParOf" srcId="{CE24F6EF-E5A5-4D08-92C2-C00349E24AF8}" destId="{C31DEDA5-BDBD-44FB-9E37-BC1897590502}" srcOrd="1" destOrd="0" presId="urn:microsoft.com/office/officeart/2018/5/layout/IconCircleLabelList"/>
    <dgm:cxn modelId="{8A5B11F6-EF59-41B7-999B-90B62032154F}" type="presParOf" srcId="{CE24F6EF-E5A5-4D08-92C2-C00349E24AF8}" destId="{E999D503-25BC-4958-AF49-21BCE8156314}" srcOrd="2" destOrd="0" presId="urn:microsoft.com/office/officeart/2018/5/layout/IconCircleLabelList"/>
    <dgm:cxn modelId="{BE6866D3-10C3-4FED-B5B6-E60B0A3059E9}" type="presParOf" srcId="{CE24F6EF-E5A5-4D08-92C2-C00349E24AF8}" destId="{611AAFA0-C639-4528-A071-2FB3F22A83A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18FCAA-1012-41B8-88A0-81AB373D758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51179CD-B802-446D-A7C7-CBD34A5F6B45}">
      <dgm:prSet/>
      <dgm:spPr/>
      <dgm:t>
        <a:bodyPr/>
        <a:lstStyle/>
        <a:p>
          <a:r>
            <a:rPr lang="en-US"/>
            <a:t>Challenging activity but valuable</a:t>
          </a:r>
        </a:p>
      </dgm:t>
    </dgm:pt>
    <dgm:pt modelId="{16EC033D-7310-4F27-8304-F7C5DFE71DF3}" type="parTrans" cxnId="{EAA735A3-6AD4-4AEF-9B5E-2D3CBC0B1A79}">
      <dgm:prSet/>
      <dgm:spPr/>
      <dgm:t>
        <a:bodyPr/>
        <a:lstStyle/>
        <a:p>
          <a:endParaRPr lang="en-US"/>
        </a:p>
      </dgm:t>
    </dgm:pt>
    <dgm:pt modelId="{DA7BFDDF-BA15-4693-9341-CF521A655CFD}" type="sibTrans" cxnId="{EAA735A3-6AD4-4AEF-9B5E-2D3CBC0B1A79}">
      <dgm:prSet/>
      <dgm:spPr/>
      <dgm:t>
        <a:bodyPr/>
        <a:lstStyle/>
        <a:p>
          <a:endParaRPr lang="en-US"/>
        </a:p>
      </dgm:t>
    </dgm:pt>
    <dgm:pt modelId="{8EF1D43E-464C-4C44-8FF6-7D68BF37EBE6}">
      <dgm:prSet/>
      <dgm:spPr/>
      <dgm:t>
        <a:bodyPr/>
        <a:lstStyle/>
        <a:p>
          <a:r>
            <a:rPr lang="en-US"/>
            <a:t>Applied concepts learned in the lab to the demo</a:t>
          </a:r>
        </a:p>
      </dgm:t>
    </dgm:pt>
    <dgm:pt modelId="{8899CDD1-3766-4231-9770-69E1AB450223}" type="parTrans" cxnId="{C967415E-7EFC-469C-9B3F-D6855E328156}">
      <dgm:prSet/>
      <dgm:spPr/>
      <dgm:t>
        <a:bodyPr/>
        <a:lstStyle/>
        <a:p>
          <a:endParaRPr lang="en-US"/>
        </a:p>
      </dgm:t>
    </dgm:pt>
    <dgm:pt modelId="{0CC13E04-E0E1-4883-8D99-A44BE146F32E}" type="sibTrans" cxnId="{C967415E-7EFC-469C-9B3F-D6855E328156}">
      <dgm:prSet/>
      <dgm:spPr/>
      <dgm:t>
        <a:bodyPr/>
        <a:lstStyle/>
        <a:p>
          <a:endParaRPr lang="en-US"/>
        </a:p>
      </dgm:t>
    </dgm:pt>
    <dgm:pt modelId="{8030E11E-36DB-4341-B34E-33A23F53BC31}">
      <dgm:prSet/>
      <dgm:spPr/>
      <dgm:t>
        <a:bodyPr/>
        <a:lstStyle/>
        <a:p>
          <a:r>
            <a:rPr lang="en-US"/>
            <a:t>Learned more about teamwork</a:t>
          </a:r>
        </a:p>
      </dgm:t>
    </dgm:pt>
    <dgm:pt modelId="{A480EADB-F914-456E-9EB5-0928E8CD8ACF}" type="parTrans" cxnId="{0AEE2D7E-2B5F-48A5-A136-09597B10FDA2}">
      <dgm:prSet/>
      <dgm:spPr/>
      <dgm:t>
        <a:bodyPr/>
        <a:lstStyle/>
        <a:p>
          <a:endParaRPr lang="en-US"/>
        </a:p>
      </dgm:t>
    </dgm:pt>
    <dgm:pt modelId="{FD591739-3627-462D-814A-126174537945}" type="sibTrans" cxnId="{0AEE2D7E-2B5F-48A5-A136-09597B10FDA2}">
      <dgm:prSet/>
      <dgm:spPr/>
      <dgm:t>
        <a:bodyPr/>
        <a:lstStyle/>
        <a:p>
          <a:endParaRPr lang="en-US"/>
        </a:p>
      </dgm:t>
    </dgm:pt>
    <dgm:pt modelId="{DEE16373-F5F0-4FFB-81A7-AB05A9D4D781}" type="pres">
      <dgm:prSet presAssocID="{B718FCAA-1012-41B8-88A0-81AB373D7588}" presName="root" presStyleCnt="0">
        <dgm:presLayoutVars>
          <dgm:dir/>
          <dgm:resizeHandles val="exact"/>
        </dgm:presLayoutVars>
      </dgm:prSet>
      <dgm:spPr/>
    </dgm:pt>
    <dgm:pt modelId="{5F1559B9-40E7-46DB-A790-0B94E1F38B4C}" type="pres">
      <dgm:prSet presAssocID="{451179CD-B802-446D-A7C7-CBD34A5F6B45}" presName="compNode" presStyleCnt="0"/>
      <dgm:spPr/>
    </dgm:pt>
    <dgm:pt modelId="{BBB75CEB-2F85-4DCE-B217-DB92BEA28823}" type="pres">
      <dgm:prSet presAssocID="{451179CD-B802-446D-A7C7-CBD34A5F6B45}" presName="bgRect" presStyleLbl="bgShp" presStyleIdx="0" presStyleCnt="3"/>
      <dgm:spPr/>
    </dgm:pt>
    <dgm:pt modelId="{56CFEAFC-9150-4A06-836E-0D237A0D8559}" type="pres">
      <dgm:prSet presAssocID="{451179CD-B802-446D-A7C7-CBD34A5F6B4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5312847-3535-4898-9CDA-C123309B4D2E}" type="pres">
      <dgm:prSet presAssocID="{451179CD-B802-446D-A7C7-CBD34A5F6B45}" presName="spaceRect" presStyleCnt="0"/>
      <dgm:spPr/>
    </dgm:pt>
    <dgm:pt modelId="{9A564AA1-14A6-4AAC-AE5F-FEA1A64B2DA6}" type="pres">
      <dgm:prSet presAssocID="{451179CD-B802-446D-A7C7-CBD34A5F6B45}" presName="parTx" presStyleLbl="revTx" presStyleIdx="0" presStyleCnt="3">
        <dgm:presLayoutVars>
          <dgm:chMax val="0"/>
          <dgm:chPref val="0"/>
        </dgm:presLayoutVars>
      </dgm:prSet>
      <dgm:spPr/>
    </dgm:pt>
    <dgm:pt modelId="{DE4DDB55-1D4E-473E-A46B-ED9F4A14F64E}" type="pres">
      <dgm:prSet presAssocID="{DA7BFDDF-BA15-4693-9341-CF521A655CFD}" presName="sibTrans" presStyleCnt="0"/>
      <dgm:spPr/>
    </dgm:pt>
    <dgm:pt modelId="{6865BCCC-20D3-4A99-B271-8D5F23CFEBDB}" type="pres">
      <dgm:prSet presAssocID="{8EF1D43E-464C-4C44-8FF6-7D68BF37EBE6}" presName="compNode" presStyleCnt="0"/>
      <dgm:spPr/>
    </dgm:pt>
    <dgm:pt modelId="{0E876A21-F0BE-495B-9533-1BEEA2753731}" type="pres">
      <dgm:prSet presAssocID="{8EF1D43E-464C-4C44-8FF6-7D68BF37EBE6}" presName="bgRect" presStyleLbl="bgShp" presStyleIdx="1" presStyleCnt="3"/>
      <dgm:spPr/>
    </dgm:pt>
    <dgm:pt modelId="{3DFFA6E0-8446-4B90-8008-FCBAA593A7C6}" type="pres">
      <dgm:prSet presAssocID="{8EF1D43E-464C-4C44-8FF6-7D68BF37EBE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3223A43E-A256-44CA-8A90-887EEE862D2F}" type="pres">
      <dgm:prSet presAssocID="{8EF1D43E-464C-4C44-8FF6-7D68BF37EBE6}" presName="spaceRect" presStyleCnt="0"/>
      <dgm:spPr/>
    </dgm:pt>
    <dgm:pt modelId="{3456647E-457B-4CC1-B6F8-9542424C5565}" type="pres">
      <dgm:prSet presAssocID="{8EF1D43E-464C-4C44-8FF6-7D68BF37EBE6}" presName="parTx" presStyleLbl="revTx" presStyleIdx="1" presStyleCnt="3">
        <dgm:presLayoutVars>
          <dgm:chMax val="0"/>
          <dgm:chPref val="0"/>
        </dgm:presLayoutVars>
      </dgm:prSet>
      <dgm:spPr/>
    </dgm:pt>
    <dgm:pt modelId="{22246F18-A7E7-4DFC-AEAE-CA388531B87C}" type="pres">
      <dgm:prSet presAssocID="{0CC13E04-E0E1-4883-8D99-A44BE146F32E}" presName="sibTrans" presStyleCnt="0"/>
      <dgm:spPr/>
    </dgm:pt>
    <dgm:pt modelId="{6141C025-F94D-4410-8A56-E968D042C6C9}" type="pres">
      <dgm:prSet presAssocID="{8030E11E-36DB-4341-B34E-33A23F53BC31}" presName="compNode" presStyleCnt="0"/>
      <dgm:spPr/>
    </dgm:pt>
    <dgm:pt modelId="{9E545C8B-E0DB-4550-8E7B-4CEC9914A401}" type="pres">
      <dgm:prSet presAssocID="{8030E11E-36DB-4341-B34E-33A23F53BC31}" presName="bgRect" presStyleLbl="bgShp" presStyleIdx="2" presStyleCnt="3"/>
      <dgm:spPr/>
    </dgm:pt>
    <dgm:pt modelId="{726C2498-5A65-46A9-BFAE-5CFFDD66DFB3}" type="pres">
      <dgm:prSet presAssocID="{8030E11E-36DB-4341-B34E-33A23F53BC3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CEB6502C-65BF-4A27-8B90-E26371944D31}" type="pres">
      <dgm:prSet presAssocID="{8030E11E-36DB-4341-B34E-33A23F53BC31}" presName="spaceRect" presStyleCnt="0"/>
      <dgm:spPr/>
    </dgm:pt>
    <dgm:pt modelId="{92E25F20-596E-4D05-A106-DB6375181D90}" type="pres">
      <dgm:prSet presAssocID="{8030E11E-36DB-4341-B34E-33A23F53BC3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B7A8702-CFB1-46E2-A625-0244729A7968}" type="presOf" srcId="{451179CD-B802-446D-A7C7-CBD34A5F6B45}" destId="{9A564AA1-14A6-4AAC-AE5F-FEA1A64B2DA6}" srcOrd="0" destOrd="0" presId="urn:microsoft.com/office/officeart/2018/2/layout/IconVerticalSolidList"/>
    <dgm:cxn modelId="{ED18D517-CB92-42E9-B41C-15591F1D8D44}" type="presOf" srcId="{8EF1D43E-464C-4C44-8FF6-7D68BF37EBE6}" destId="{3456647E-457B-4CC1-B6F8-9542424C5565}" srcOrd="0" destOrd="0" presId="urn:microsoft.com/office/officeart/2018/2/layout/IconVerticalSolidList"/>
    <dgm:cxn modelId="{C967415E-7EFC-469C-9B3F-D6855E328156}" srcId="{B718FCAA-1012-41B8-88A0-81AB373D7588}" destId="{8EF1D43E-464C-4C44-8FF6-7D68BF37EBE6}" srcOrd="1" destOrd="0" parTransId="{8899CDD1-3766-4231-9770-69E1AB450223}" sibTransId="{0CC13E04-E0E1-4883-8D99-A44BE146F32E}"/>
    <dgm:cxn modelId="{5AE46A69-2D37-4D42-9F0C-F3E8C0B14D16}" type="presOf" srcId="{8030E11E-36DB-4341-B34E-33A23F53BC31}" destId="{92E25F20-596E-4D05-A106-DB6375181D90}" srcOrd="0" destOrd="0" presId="urn:microsoft.com/office/officeart/2018/2/layout/IconVerticalSolidList"/>
    <dgm:cxn modelId="{0AEE2D7E-2B5F-48A5-A136-09597B10FDA2}" srcId="{B718FCAA-1012-41B8-88A0-81AB373D7588}" destId="{8030E11E-36DB-4341-B34E-33A23F53BC31}" srcOrd="2" destOrd="0" parTransId="{A480EADB-F914-456E-9EB5-0928E8CD8ACF}" sibTransId="{FD591739-3627-462D-814A-126174537945}"/>
    <dgm:cxn modelId="{EAA735A3-6AD4-4AEF-9B5E-2D3CBC0B1A79}" srcId="{B718FCAA-1012-41B8-88A0-81AB373D7588}" destId="{451179CD-B802-446D-A7C7-CBD34A5F6B45}" srcOrd="0" destOrd="0" parTransId="{16EC033D-7310-4F27-8304-F7C5DFE71DF3}" sibTransId="{DA7BFDDF-BA15-4693-9341-CF521A655CFD}"/>
    <dgm:cxn modelId="{AA2E24B9-466B-4BC8-B6ED-3757E980275E}" type="presOf" srcId="{B718FCAA-1012-41B8-88A0-81AB373D7588}" destId="{DEE16373-F5F0-4FFB-81A7-AB05A9D4D781}" srcOrd="0" destOrd="0" presId="urn:microsoft.com/office/officeart/2018/2/layout/IconVerticalSolidList"/>
    <dgm:cxn modelId="{486D115F-68D0-41D6-B77E-C8DDBAD1902D}" type="presParOf" srcId="{DEE16373-F5F0-4FFB-81A7-AB05A9D4D781}" destId="{5F1559B9-40E7-46DB-A790-0B94E1F38B4C}" srcOrd="0" destOrd="0" presId="urn:microsoft.com/office/officeart/2018/2/layout/IconVerticalSolidList"/>
    <dgm:cxn modelId="{B997BFE0-9763-48E7-9296-C5AA9F28BAC4}" type="presParOf" srcId="{5F1559B9-40E7-46DB-A790-0B94E1F38B4C}" destId="{BBB75CEB-2F85-4DCE-B217-DB92BEA28823}" srcOrd="0" destOrd="0" presId="urn:microsoft.com/office/officeart/2018/2/layout/IconVerticalSolidList"/>
    <dgm:cxn modelId="{AC57DC50-8074-4C42-B4A0-4FF4309E051B}" type="presParOf" srcId="{5F1559B9-40E7-46DB-A790-0B94E1F38B4C}" destId="{56CFEAFC-9150-4A06-836E-0D237A0D8559}" srcOrd="1" destOrd="0" presId="urn:microsoft.com/office/officeart/2018/2/layout/IconVerticalSolidList"/>
    <dgm:cxn modelId="{8B826D1F-F0B0-4E2F-B34F-B29E9C0C47A2}" type="presParOf" srcId="{5F1559B9-40E7-46DB-A790-0B94E1F38B4C}" destId="{B5312847-3535-4898-9CDA-C123309B4D2E}" srcOrd="2" destOrd="0" presId="urn:microsoft.com/office/officeart/2018/2/layout/IconVerticalSolidList"/>
    <dgm:cxn modelId="{F19B7F43-A40F-477C-B620-3F08D66AED01}" type="presParOf" srcId="{5F1559B9-40E7-46DB-A790-0B94E1F38B4C}" destId="{9A564AA1-14A6-4AAC-AE5F-FEA1A64B2DA6}" srcOrd="3" destOrd="0" presId="urn:microsoft.com/office/officeart/2018/2/layout/IconVerticalSolidList"/>
    <dgm:cxn modelId="{28D8D749-1658-44C8-9AAC-7AF3E9669DCC}" type="presParOf" srcId="{DEE16373-F5F0-4FFB-81A7-AB05A9D4D781}" destId="{DE4DDB55-1D4E-473E-A46B-ED9F4A14F64E}" srcOrd="1" destOrd="0" presId="urn:microsoft.com/office/officeart/2018/2/layout/IconVerticalSolidList"/>
    <dgm:cxn modelId="{42909350-23CF-43D0-A18B-40EB4110C8C9}" type="presParOf" srcId="{DEE16373-F5F0-4FFB-81A7-AB05A9D4D781}" destId="{6865BCCC-20D3-4A99-B271-8D5F23CFEBDB}" srcOrd="2" destOrd="0" presId="urn:microsoft.com/office/officeart/2018/2/layout/IconVerticalSolidList"/>
    <dgm:cxn modelId="{1A91D48D-A825-4A7E-AA72-BD98A983E9DA}" type="presParOf" srcId="{6865BCCC-20D3-4A99-B271-8D5F23CFEBDB}" destId="{0E876A21-F0BE-495B-9533-1BEEA2753731}" srcOrd="0" destOrd="0" presId="urn:microsoft.com/office/officeart/2018/2/layout/IconVerticalSolidList"/>
    <dgm:cxn modelId="{7068A926-93B2-4ED5-9E9A-E89911799AF9}" type="presParOf" srcId="{6865BCCC-20D3-4A99-B271-8D5F23CFEBDB}" destId="{3DFFA6E0-8446-4B90-8008-FCBAA593A7C6}" srcOrd="1" destOrd="0" presId="urn:microsoft.com/office/officeart/2018/2/layout/IconVerticalSolidList"/>
    <dgm:cxn modelId="{CF0ED6C6-A028-4D03-B0D0-2C6B6FFB41FE}" type="presParOf" srcId="{6865BCCC-20D3-4A99-B271-8D5F23CFEBDB}" destId="{3223A43E-A256-44CA-8A90-887EEE862D2F}" srcOrd="2" destOrd="0" presId="urn:microsoft.com/office/officeart/2018/2/layout/IconVerticalSolidList"/>
    <dgm:cxn modelId="{DF5F49C4-7F1D-40EC-B9A7-A4C69A73A614}" type="presParOf" srcId="{6865BCCC-20D3-4A99-B271-8D5F23CFEBDB}" destId="{3456647E-457B-4CC1-B6F8-9542424C5565}" srcOrd="3" destOrd="0" presId="urn:microsoft.com/office/officeart/2018/2/layout/IconVerticalSolidList"/>
    <dgm:cxn modelId="{EF8A983A-94F4-424B-8BA0-9F8FF4C91C23}" type="presParOf" srcId="{DEE16373-F5F0-4FFB-81A7-AB05A9D4D781}" destId="{22246F18-A7E7-4DFC-AEAE-CA388531B87C}" srcOrd="3" destOrd="0" presId="urn:microsoft.com/office/officeart/2018/2/layout/IconVerticalSolidList"/>
    <dgm:cxn modelId="{AE568070-C130-4CA4-94DA-70B3C59CE1C7}" type="presParOf" srcId="{DEE16373-F5F0-4FFB-81A7-AB05A9D4D781}" destId="{6141C025-F94D-4410-8A56-E968D042C6C9}" srcOrd="4" destOrd="0" presId="urn:microsoft.com/office/officeart/2018/2/layout/IconVerticalSolidList"/>
    <dgm:cxn modelId="{241E8A19-810A-426A-8744-AE599C0826D8}" type="presParOf" srcId="{6141C025-F94D-4410-8A56-E968D042C6C9}" destId="{9E545C8B-E0DB-4550-8E7B-4CEC9914A401}" srcOrd="0" destOrd="0" presId="urn:microsoft.com/office/officeart/2018/2/layout/IconVerticalSolidList"/>
    <dgm:cxn modelId="{44705556-CD1F-4263-B47C-27D4F41F4C16}" type="presParOf" srcId="{6141C025-F94D-4410-8A56-E968D042C6C9}" destId="{726C2498-5A65-46A9-BFAE-5CFFDD66DFB3}" srcOrd="1" destOrd="0" presId="urn:microsoft.com/office/officeart/2018/2/layout/IconVerticalSolidList"/>
    <dgm:cxn modelId="{D3D2E95E-E16A-4B14-88D0-CE4B57BC7E4D}" type="presParOf" srcId="{6141C025-F94D-4410-8A56-E968D042C6C9}" destId="{CEB6502C-65BF-4A27-8B90-E26371944D31}" srcOrd="2" destOrd="0" presId="urn:microsoft.com/office/officeart/2018/2/layout/IconVerticalSolidList"/>
    <dgm:cxn modelId="{5773031E-01D5-40D3-8F04-77C19B78BEC7}" type="presParOf" srcId="{6141C025-F94D-4410-8A56-E968D042C6C9}" destId="{92E25F20-596E-4D05-A106-DB6375181D9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4A06E0D-E4C1-4783-86EA-121B44D3CE7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D0ACF6B-5FF5-4DA6-933E-E7C92F317579}">
      <dgm:prSet/>
      <dgm:spPr/>
      <dgm:t>
        <a:bodyPr/>
        <a:lstStyle/>
        <a:p>
          <a:r>
            <a:rPr lang="en-US"/>
            <a:t>Learnt how full stack apps work</a:t>
          </a:r>
        </a:p>
      </dgm:t>
    </dgm:pt>
    <dgm:pt modelId="{5B3F6790-D499-4362-A0EA-5E5250D1A59C}" type="parTrans" cxnId="{64BB0300-E05D-422F-99AF-54315958FD04}">
      <dgm:prSet/>
      <dgm:spPr/>
      <dgm:t>
        <a:bodyPr/>
        <a:lstStyle/>
        <a:p>
          <a:endParaRPr lang="en-US"/>
        </a:p>
      </dgm:t>
    </dgm:pt>
    <dgm:pt modelId="{E215E53B-37B9-4E3C-B5C3-5EF3F7F92845}" type="sibTrans" cxnId="{64BB0300-E05D-422F-99AF-54315958FD04}">
      <dgm:prSet/>
      <dgm:spPr/>
      <dgm:t>
        <a:bodyPr/>
        <a:lstStyle/>
        <a:p>
          <a:endParaRPr lang="en-US"/>
        </a:p>
      </dgm:t>
    </dgm:pt>
    <dgm:pt modelId="{DA8CEA06-EE27-4FE4-B1F3-C1B1C0D1BEBA}">
      <dgm:prSet/>
      <dgm:spPr/>
      <dgm:t>
        <a:bodyPr/>
        <a:lstStyle/>
        <a:p>
          <a:r>
            <a:rPr lang="en-US"/>
            <a:t>Importance of teamwork</a:t>
          </a:r>
        </a:p>
      </dgm:t>
    </dgm:pt>
    <dgm:pt modelId="{953BC098-D687-4462-BD5A-7D74213AC6CF}" type="parTrans" cxnId="{02333C07-D6B2-4E32-BEB3-62159A1FF616}">
      <dgm:prSet/>
      <dgm:spPr/>
      <dgm:t>
        <a:bodyPr/>
        <a:lstStyle/>
        <a:p>
          <a:endParaRPr lang="en-US"/>
        </a:p>
      </dgm:t>
    </dgm:pt>
    <dgm:pt modelId="{C8354C5C-A148-4A1A-9400-07D577402DAB}" type="sibTrans" cxnId="{02333C07-D6B2-4E32-BEB3-62159A1FF616}">
      <dgm:prSet/>
      <dgm:spPr/>
      <dgm:t>
        <a:bodyPr/>
        <a:lstStyle/>
        <a:p>
          <a:endParaRPr lang="en-US"/>
        </a:p>
      </dgm:t>
    </dgm:pt>
    <dgm:pt modelId="{F01A8BB1-44B5-451E-BF6E-58989F1C2997}">
      <dgm:prSet/>
      <dgm:spPr/>
      <dgm:t>
        <a:bodyPr/>
        <a:lstStyle/>
        <a:p>
          <a:r>
            <a:rPr lang="en-US"/>
            <a:t>Git Workflow</a:t>
          </a:r>
        </a:p>
      </dgm:t>
    </dgm:pt>
    <dgm:pt modelId="{BECD82E6-688A-4D00-9242-CDAA784465BF}" type="parTrans" cxnId="{009F00D9-8914-412D-9BD0-7467CDF5591A}">
      <dgm:prSet/>
      <dgm:spPr/>
      <dgm:t>
        <a:bodyPr/>
        <a:lstStyle/>
        <a:p>
          <a:endParaRPr lang="en-US"/>
        </a:p>
      </dgm:t>
    </dgm:pt>
    <dgm:pt modelId="{20533D03-8B06-4312-810D-5E77920C886E}" type="sibTrans" cxnId="{009F00D9-8914-412D-9BD0-7467CDF5591A}">
      <dgm:prSet/>
      <dgm:spPr/>
      <dgm:t>
        <a:bodyPr/>
        <a:lstStyle/>
        <a:p>
          <a:endParaRPr lang="en-US"/>
        </a:p>
      </dgm:t>
    </dgm:pt>
    <dgm:pt modelId="{31D350B3-E6C2-468D-8361-43A29341A81F}" type="pres">
      <dgm:prSet presAssocID="{F4A06E0D-E4C1-4783-86EA-121B44D3CE72}" presName="root" presStyleCnt="0">
        <dgm:presLayoutVars>
          <dgm:dir/>
          <dgm:resizeHandles val="exact"/>
        </dgm:presLayoutVars>
      </dgm:prSet>
      <dgm:spPr/>
    </dgm:pt>
    <dgm:pt modelId="{8A25374D-1874-4560-9C7E-AE137BFE2379}" type="pres">
      <dgm:prSet presAssocID="{2D0ACF6B-5FF5-4DA6-933E-E7C92F317579}" presName="compNode" presStyleCnt="0"/>
      <dgm:spPr/>
    </dgm:pt>
    <dgm:pt modelId="{2F78F485-D95A-4F1F-8A40-776675467B70}" type="pres">
      <dgm:prSet presAssocID="{2D0ACF6B-5FF5-4DA6-933E-E7C92F317579}" presName="bgRect" presStyleLbl="bgShp" presStyleIdx="0" presStyleCnt="3"/>
      <dgm:spPr/>
    </dgm:pt>
    <dgm:pt modelId="{375B8712-BD37-4BFF-974B-D8E352EF489F}" type="pres">
      <dgm:prSet presAssocID="{2D0ACF6B-5FF5-4DA6-933E-E7C92F31757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30FA813-C738-46AE-9DDB-340FAD7E7A7B}" type="pres">
      <dgm:prSet presAssocID="{2D0ACF6B-5FF5-4DA6-933E-E7C92F317579}" presName="spaceRect" presStyleCnt="0"/>
      <dgm:spPr/>
    </dgm:pt>
    <dgm:pt modelId="{F283C0AD-AB62-40CA-A202-245804E45978}" type="pres">
      <dgm:prSet presAssocID="{2D0ACF6B-5FF5-4DA6-933E-E7C92F317579}" presName="parTx" presStyleLbl="revTx" presStyleIdx="0" presStyleCnt="3">
        <dgm:presLayoutVars>
          <dgm:chMax val="0"/>
          <dgm:chPref val="0"/>
        </dgm:presLayoutVars>
      </dgm:prSet>
      <dgm:spPr/>
    </dgm:pt>
    <dgm:pt modelId="{CC6DA944-B0BA-4552-8E84-EC4A3CDB502A}" type="pres">
      <dgm:prSet presAssocID="{E215E53B-37B9-4E3C-B5C3-5EF3F7F92845}" presName="sibTrans" presStyleCnt="0"/>
      <dgm:spPr/>
    </dgm:pt>
    <dgm:pt modelId="{43433478-F566-417A-B7FD-A84D723D1D49}" type="pres">
      <dgm:prSet presAssocID="{DA8CEA06-EE27-4FE4-B1F3-C1B1C0D1BEBA}" presName="compNode" presStyleCnt="0"/>
      <dgm:spPr/>
    </dgm:pt>
    <dgm:pt modelId="{101A906F-6D2E-4DAD-B6AD-0BECF904DB23}" type="pres">
      <dgm:prSet presAssocID="{DA8CEA06-EE27-4FE4-B1F3-C1B1C0D1BEBA}" presName="bgRect" presStyleLbl="bgShp" presStyleIdx="1" presStyleCnt="3"/>
      <dgm:spPr/>
    </dgm:pt>
    <dgm:pt modelId="{138D8D32-E629-47E1-BAC0-39735F0C9A68}" type="pres">
      <dgm:prSet presAssocID="{DA8CEA06-EE27-4FE4-B1F3-C1B1C0D1BEB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94C1FAA0-C144-4AD6-AEBA-DF9F115C4844}" type="pres">
      <dgm:prSet presAssocID="{DA8CEA06-EE27-4FE4-B1F3-C1B1C0D1BEBA}" presName="spaceRect" presStyleCnt="0"/>
      <dgm:spPr/>
    </dgm:pt>
    <dgm:pt modelId="{8B02B552-45E8-4277-BB98-E5FF9E2A41A7}" type="pres">
      <dgm:prSet presAssocID="{DA8CEA06-EE27-4FE4-B1F3-C1B1C0D1BEBA}" presName="parTx" presStyleLbl="revTx" presStyleIdx="1" presStyleCnt="3">
        <dgm:presLayoutVars>
          <dgm:chMax val="0"/>
          <dgm:chPref val="0"/>
        </dgm:presLayoutVars>
      </dgm:prSet>
      <dgm:spPr/>
    </dgm:pt>
    <dgm:pt modelId="{824BA53A-CABD-4A4D-8FDB-4528E83CE00A}" type="pres">
      <dgm:prSet presAssocID="{C8354C5C-A148-4A1A-9400-07D577402DAB}" presName="sibTrans" presStyleCnt="0"/>
      <dgm:spPr/>
    </dgm:pt>
    <dgm:pt modelId="{7268B27A-8A45-4E2E-9D00-FEA7FA0A4885}" type="pres">
      <dgm:prSet presAssocID="{F01A8BB1-44B5-451E-BF6E-58989F1C2997}" presName="compNode" presStyleCnt="0"/>
      <dgm:spPr/>
    </dgm:pt>
    <dgm:pt modelId="{6114B57D-ACC3-4519-9072-93B125E42D2D}" type="pres">
      <dgm:prSet presAssocID="{F01A8BB1-44B5-451E-BF6E-58989F1C2997}" presName="bgRect" presStyleLbl="bgShp" presStyleIdx="2" presStyleCnt="3"/>
      <dgm:spPr/>
    </dgm:pt>
    <dgm:pt modelId="{F22765D8-3BCC-4136-9927-362F325352D2}" type="pres">
      <dgm:prSet presAssocID="{F01A8BB1-44B5-451E-BF6E-58989F1C299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2795D9C-344B-4926-A160-51C10EAC070A}" type="pres">
      <dgm:prSet presAssocID="{F01A8BB1-44B5-451E-BF6E-58989F1C2997}" presName="spaceRect" presStyleCnt="0"/>
      <dgm:spPr/>
    </dgm:pt>
    <dgm:pt modelId="{48F52C6D-4EF4-49C0-8F01-78C3DEABB230}" type="pres">
      <dgm:prSet presAssocID="{F01A8BB1-44B5-451E-BF6E-58989F1C299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4BB0300-E05D-422F-99AF-54315958FD04}" srcId="{F4A06E0D-E4C1-4783-86EA-121B44D3CE72}" destId="{2D0ACF6B-5FF5-4DA6-933E-E7C92F317579}" srcOrd="0" destOrd="0" parTransId="{5B3F6790-D499-4362-A0EA-5E5250D1A59C}" sibTransId="{E215E53B-37B9-4E3C-B5C3-5EF3F7F92845}"/>
    <dgm:cxn modelId="{02333C07-D6B2-4E32-BEB3-62159A1FF616}" srcId="{F4A06E0D-E4C1-4783-86EA-121B44D3CE72}" destId="{DA8CEA06-EE27-4FE4-B1F3-C1B1C0D1BEBA}" srcOrd="1" destOrd="0" parTransId="{953BC098-D687-4462-BD5A-7D74213AC6CF}" sibTransId="{C8354C5C-A148-4A1A-9400-07D577402DAB}"/>
    <dgm:cxn modelId="{005B2BA6-C784-4456-9276-558B002236C1}" type="presOf" srcId="{DA8CEA06-EE27-4FE4-B1F3-C1B1C0D1BEBA}" destId="{8B02B552-45E8-4277-BB98-E5FF9E2A41A7}" srcOrd="0" destOrd="0" presId="urn:microsoft.com/office/officeart/2018/2/layout/IconVerticalSolidList"/>
    <dgm:cxn modelId="{8BF0D3B0-553F-4CD0-856C-2A994E7383C7}" type="presOf" srcId="{F01A8BB1-44B5-451E-BF6E-58989F1C2997}" destId="{48F52C6D-4EF4-49C0-8F01-78C3DEABB230}" srcOrd="0" destOrd="0" presId="urn:microsoft.com/office/officeart/2018/2/layout/IconVerticalSolidList"/>
    <dgm:cxn modelId="{61E81FBC-30D1-4473-8114-DC1E48A5EF83}" type="presOf" srcId="{F4A06E0D-E4C1-4783-86EA-121B44D3CE72}" destId="{31D350B3-E6C2-468D-8361-43A29341A81F}" srcOrd="0" destOrd="0" presId="urn:microsoft.com/office/officeart/2018/2/layout/IconVerticalSolidList"/>
    <dgm:cxn modelId="{E2BC44D5-1585-4931-BF4D-1F8966A50696}" type="presOf" srcId="{2D0ACF6B-5FF5-4DA6-933E-E7C92F317579}" destId="{F283C0AD-AB62-40CA-A202-245804E45978}" srcOrd="0" destOrd="0" presId="urn:microsoft.com/office/officeart/2018/2/layout/IconVerticalSolidList"/>
    <dgm:cxn modelId="{009F00D9-8914-412D-9BD0-7467CDF5591A}" srcId="{F4A06E0D-E4C1-4783-86EA-121B44D3CE72}" destId="{F01A8BB1-44B5-451E-BF6E-58989F1C2997}" srcOrd="2" destOrd="0" parTransId="{BECD82E6-688A-4D00-9242-CDAA784465BF}" sibTransId="{20533D03-8B06-4312-810D-5E77920C886E}"/>
    <dgm:cxn modelId="{AAACE2D4-CBE9-453D-8053-80301DDB7389}" type="presParOf" srcId="{31D350B3-E6C2-468D-8361-43A29341A81F}" destId="{8A25374D-1874-4560-9C7E-AE137BFE2379}" srcOrd="0" destOrd="0" presId="urn:microsoft.com/office/officeart/2018/2/layout/IconVerticalSolidList"/>
    <dgm:cxn modelId="{A9502EA3-E0F4-4671-A4F9-EBAF920B38EA}" type="presParOf" srcId="{8A25374D-1874-4560-9C7E-AE137BFE2379}" destId="{2F78F485-D95A-4F1F-8A40-776675467B70}" srcOrd="0" destOrd="0" presId="urn:microsoft.com/office/officeart/2018/2/layout/IconVerticalSolidList"/>
    <dgm:cxn modelId="{4C02160B-4CB5-4764-9C96-0DB43A4419E1}" type="presParOf" srcId="{8A25374D-1874-4560-9C7E-AE137BFE2379}" destId="{375B8712-BD37-4BFF-974B-D8E352EF489F}" srcOrd="1" destOrd="0" presId="urn:microsoft.com/office/officeart/2018/2/layout/IconVerticalSolidList"/>
    <dgm:cxn modelId="{7D445708-716E-40E2-8F27-BD36B14D3698}" type="presParOf" srcId="{8A25374D-1874-4560-9C7E-AE137BFE2379}" destId="{330FA813-C738-46AE-9DDB-340FAD7E7A7B}" srcOrd="2" destOrd="0" presId="urn:microsoft.com/office/officeart/2018/2/layout/IconVerticalSolidList"/>
    <dgm:cxn modelId="{9A700155-D65D-47DD-9AEF-1617799A90C9}" type="presParOf" srcId="{8A25374D-1874-4560-9C7E-AE137BFE2379}" destId="{F283C0AD-AB62-40CA-A202-245804E45978}" srcOrd="3" destOrd="0" presId="urn:microsoft.com/office/officeart/2018/2/layout/IconVerticalSolidList"/>
    <dgm:cxn modelId="{BDAFF90E-377E-4D28-8BA3-D99CBB8A8A26}" type="presParOf" srcId="{31D350B3-E6C2-468D-8361-43A29341A81F}" destId="{CC6DA944-B0BA-4552-8E84-EC4A3CDB502A}" srcOrd="1" destOrd="0" presId="urn:microsoft.com/office/officeart/2018/2/layout/IconVerticalSolidList"/>
    <dgm:cxn modelId="{EEA358AC-C510-4BC6-A750-655C58271C75}" type="presParOf" srcId="{31D350B3-E6C2-468D-8361-43A29341A81F}" destId="{43433478-F566-417A-B7FD-A84D723D1D49}" srcOrd="2" destOrd="0" presId="urn:microsoft.com/office/officeart/2018/2/layout/IconVerticalSolidList"/>
    <dgm:cxn modelId="{6249A5A5-982E-48EF-957B-5E6F8DB6158D}" type="presParOf" srcId="{43433478-F566-417A-B7FD-A84D723D1D49}" destId="{101A906F-6D2E-4DAD-B6AD-0BECF904DB23}" srcOrd="0" destOrd="0" presId="urn:microsoft.com/office/officeart/2018/2/layout/IconVerticalSolidList"/>
    <dgm:cxn modelId="{95F26DC8-7305-418D-8E65-78C5C20CDA39}" type="presParOf" srcId="{43433478-F566-417A-B7FD-A84D723D1D49}" destId="{138D8D32-E629-47E1-BAC0-39735F0C9A68}" srcOrd="1" destOrd="0" presId="urn:microsoft.com/office/officeart/2018/2/layout/IconVerticalSolidList"/>
    <dgm:cxn modelId="{3F0244C5-1FCA-4653-925F-E3896DB00DA6}" type="presParOf" srcId="{43433478-F566-417A-B7FD-A84D723D1D49}" destId="{94C1FAA0-C144-4AD6-AEBA-DF9F115C4844}" srcOrd="2" destOrd="0" presId="urn:microsoft.com/office/officeart/2018/2/layout/IconVerticalSolidList"/>
    <dgm:cxn modelId="{E021005E-8F17-4D0E-AC5F-7F3D6EF2B81B}" type="presParOf" srcId="{43433478-F566-417A-B7FD-A84D723D1D49}" destId="{8B02B552-45E8-4277-BB98-E5FF9E2A41A7}" srcOrd="3" destOrd="0" presId="urn:microsoft.com/office/officeart/2018/2/layout/IconVerticalSolidList"/>
    <dgm:cxn modelId="{F4C12EE8-50A5-4AB0-85DB-0F5ED40EE504}" type="presParOf" srcId="{31D350B3-E6C2-468D-8361-43A29341A81F}" destId="{824BA53A-CABD-4A4D-8FDB-4528E83CE00A}" srcOrd="3" destOrd="0" presId="urn:microsoft.com/office/officeart/2018/2/layout/IconVerticalSolidList"/>
    <dgm:cxn modelId="{5179B04E-1E25-4CED-8558-36D8F7E5D72C}" type="presParOf" srcId="{31D350B3-E6C2-468D-8361-43A29341A81F}" destId="{7268B27A-8A45-4E2E-9D00-FEA7FA0A4885}" srcOrd="4" destOrd="0" presId="urn:microsoft.com/office/officeart/2018/2/layout/IconVerticalSolidList"/>
    <dgm:cxn modelId="{BD5491CD-A7B7-4F36-A73A-2C61B116C3AA}" type="presParOf" srcId="{7268B27A-8A45-4E2E-9D00-FEA7FA0A4885}" destId="{6114B57D-ACC3-4519-9072-93B125E42D2D}" srcOrd="0" destOrd="0" presId="urn:microsoft.com/office/officeart/2018/2/layout/IconVerticalSolidList"/>
    <dgm:cxn modelId="{02598873-20CD-4CF1-9F01-E258AAF0AEA2}" type="presParOf" srcId="{7268B27A-8A45-4E2E-9D00-FEA7FA0A4885}" destId="{F22765D8-3BCC-4136-9927-362F325352D2}" srcOrd="1" destOrd="0" presId="urn:microsoft.com/office/officeart/2018/2/layout/IconVerticalSolidList"/>
    <dgm:cxn modelId="{5A5A5FD7-BC83-4262-940F-85BFCDFDAE92}" type="presParOf" srcId="{7268B27A-8A45-4E2E-9D00-FEA7FA0A4885}" destId="{22795D9C-344B-4926-A160-51C10EAC070A}" srcOrd="2" destOrd="0" presId="urn:microsoft.com/office/officeart/2018/2/layout/IconVerticalSolidList"/>
    <dgm:cxn modelId="{7A2AC1A9-82C9-4C6F-8F63-6BA371C11189}" type="presParOf" srcId="{7268B27A-8A45-4E2E-9D00-FEA7FA0A4885}" destId="{48F52C6D-4EF4-49C0-8F01-78C3DEABB23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786265D-4F76-48A0-B1BD-7167598E952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CB889A-E3D2-4796-824A-E4EA0B563C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Search and filtering system</a:t>
          </a:r>
        </a:p>
      </dgm:t>
    </dgm:pt>
    <dgm:pt modelId="{3D88C18C-391E-4EA0-B975-BF52C5627E85}" type="parTrans" cxnId="{FA155AC8-7E31-4F6A-BBA1-21786765CDF1}">
      <dgm:prSet/>
      <dgm:spPr/>
      <dgm:t>
        <a:bodyPr/>
        <a:lstStyle/>
        <a:p>
          <a:endParaRPr lang="en-US"/>
        </a:p>
      </dgm:t>
    </dgm:pt>
    <dgm:pt modelId="{70FB545C-6C22-4BFD-B0C8-48061D9A5E7E}" type="sibTrans" cxnId="{FA155AC8-7E31-4F6A-BBA1-21786765CDF1}">
      <dgm:prSet/>
      <dgm:spPr/>
      <dgm:t>
        <a:bodyPr/>
        <a:lstStyle/>
        <a:p>
          <a:endParaRPr lang="en-US"/>
        </a:p>
      </dgm:t>
    </dgm:pt>
    <dgm:pt modelId="{72EB0D7E-51A3-4AC0-9509-FAE16343E24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Messaging system</a:t>
          </a:r>
        </a:p>
      </dgm:t>
    </dgm:pt>
    <dgm:pt modelId="{B1A716FC-7B9A-40CB-9767-F1E3F8B114DD}" type="parTrans" cxnId="{53DBBDDA-7DF3-489B-AB85-B810520A2D3E}">
      <dgm:prSet/>
      <dgm:spPr/>
      <dgm:t>
        <a:bodyPr/>
        <a:lstStyle/>
        <a:p>
          <a:endParaRPr lang="en-US"/>
        </a:p>
      </dgm:t>
    </dgm:pt>
    <dgm:pt modelId="{9A43D5F6-63ED-4A55-8F7A-1E68872107EF}" type="sibTrans" cxnId="{53DBBDDA-7DF3-489B-AB85-B810520A2D3E}">
      <dgm:prSet/>
      <dgm:spPr/>
      <dgm:t>
        <a:bodyPr/>
        <a:lstStyle/>
        <a:p>
          <a:endParaRPr lang="en-US"/>
        </a:p>
      </dgm:t>
    </dgm:pt>
    <dgm:pt modelId="{15C16DC0-0E26-460A-82E6-15053878E8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Better UI</a:t>
          </a:r>
        </a:p>
      </dgm:t>
    </dgm:pt>
    <dgm:pt modelId="{C8525BFF-F926-4071-8B94-5955E4476D91}" type="parTrans" cxnId="{FD6D72A8-539B-4229-BE90-F9B017E80932}">
      <dgm:prSet/>
      <dgm:spPr/>
      <dgm:t>
        <a:bodyPr/>
        <a:lstStyle/>
        <a:p>
          <a:endParaRPr lang="en-US"/>
        </a:p>
      </dgm:t>
    </dgm:pt>
    <dgm:pt modelId="{BACFBFB3-0B96-47B6-B3F4-B0406D954553}" type="sibTrans" cxnId="{FD6D72A8-539B-4229-BE90-F9B017E80932}">
      <dgm:prSet/>
      <dgm:spPr/>
      <dgm:t>
        <a:bodyPr/>
        <a:lstStyle/>
        <a:p>
          <a:endParaRPr lang="en-US"/>
        </a:p>
      </dgm:t>
    </dgm:pt>
    <dgm:pt modelId="{4ECAB030-B3F8-48A7-872E-38AAFBED28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User security</a:t>
          </a:r>
        </a:p>
      </dgm:t>
    </dgm:pt>
    <dgm:pt modelId="{8BCB0606-6E60-49FF-9C41-FBD991F00BEA}" type="parTrans" cxnId="{2DF780FB-4AEE-4560-9C27-21796823B7B0}">
      <dgm:prSet/>
      <dgm:spPr/>
      <dgm:t>
        <a:bodyPr/>
        <a:lstStyle/>
        <a:p>
          <a:endParaRPr lang="en-US"/>
        </a:p>
      </dgm:t>
    </dgm:pt>
    <dgm:pt modelId="{4060FEFF-03FC-4519-AADD-B5303AF21AAD}" type="sibTrans" cxnId="{2DF780FB-4AEE-4560-9C27-21796823B7B0}">
      <dgm:prSet/>
      <dgm:spPr/>
      <dgm:t>
        <a:bodyPr/>
        <a:lstStyle/>
        <a:p>
          <a:endParaRPr lang="en-US"/>
        </a:p>
      </dgm:t>
    </dgm:pt>
    <dgm:pt modelId="{AAE29E25-D293-446C-AE6A-70ADAC71F656}" type="pres">
      <dgm:prSet presAssocID="{1786265D-4F76-48A0-B1BD-7167598E952B}" presName="root" presStyleCnt="0">
        <dgm:presLayoutVars>
          <dgm:dir/>
          <dgm:resizeHandles val="exact"/>
        </dgm:presLayoutVars>
      </dgm:prSet>
      <dgm:spPr/>
    </dgm:pt>
    <dgm:pt modelId="{FDD3F3BD-C6E8-4D74-878E-8E98B09341B0}" type="pres">
      <dgm:prSet presAssocID="{9ACB889A-E3D2-4796-824A-E4EA0B563CE1}" presName="compNode" presStyleCnt="0"/>
      <dgm:spPr/>
    </dgm:pt>
    <dgm:pt modelId="{184ED499-3541-4D7A-B3B3-9ADF38CC1D77}" type="pres">
      <dgm:prSet presAssocID="{9ACB889A-E3D2-4796-824A-E4EA0B563CE1}" presName="bgRect" presStyleLbl="bgShp" presStyleIdx="0" presStyleCnt="4"/>
      <dgm:spPr/>
    </dgm:pt>
    <dgm:pt modelId="{BA39AC34-A781-40F4-BB8E-02F7B35E1B11}" type="pres">
      <dgm:prSet presAssocID="{9ACB889A-E3D2-4796-824A-E4EA0B563CE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261E6F29-3F5C-4DE7-B061-39B6CD2D44D7}" type="pres">
      <dgm:prSet presAssocID="{9ACB889A-E3D2-4796-824A-E4EA0B563CE1}" presName="spaceRect" presStyleCnt="0"/>
      <dgm:spPr/>
    </dgm:pt>
    <dgm:pt modelId="{C2224049-8A98-4260-ACCD-68EC11AEC6AB}" type="pres">
      <dgm:prSet presAssocID="{9ACB889A-E3D2-4796-824A-E4EA0B563CE1}" presName="parTx" presStyleLbl="revTx" presStyleIdx="0" presStyleCnt="4">
        <dgm:presLayoutVars>
          <dgm:chMax val="0"/>
          <dgm:chPref val="0"/>
        </dgm:presLayoutVars>
      </dgm:prSet>
      <dgm:spPr/>
    </dgm:pt>
    <dgm:pt modelId="{6ADBAE14-6AF6-4842-9A15-3EBC61AEEBE4}" type="pres">
      <dgm:prSet presAssocID="{70FB545C-6C22-4BFD-B0C8-48061D9A5E7E}" presName="sibTrans" presStyleCnt="0"/>
      <dgm:spPr/>
    </dgm:pt>
    <dgm:pt modelId="{55740D5D-EDEA-4825-9B97-D4AEA03230BE}" type="pres">
      <dgm:prSet presAssocID="{72EB0D7E-51A3-4AC0-9509-FAE16343E24B}" presName="compNode" presStyleCnt="0"/>
      <dgm:spPr/>
    </dgm:pt>
    <dgm:pt modelId="{759D7140-F0C9-4A1F-93A8-D96BD2A700A4}" type="pres">
      <dgm:prSet presAssocID="{72EB0D7E-51A3-4AC0-9509-FAE16343E24B}" presName="bgRect" presStyleLbl="bgShp" presStyleIdx="1" presStyleCnt="4"/>
      <dgm:spPr/>
    </dgm:pt>
    <dgm:pt modelId="{B2352527-7999-495A-9150-8DC1D9CFEB16}" type="pres">
      <dgm:prSet presAssocID="{72EB0D7E-51A3-4AC0-9509-FAE16343E24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14342EA9-152C-4F22-89A6-66BB1DB61B9F}" type="pres">
      <dgm:prSet presAssocID="{72EB0D7E-51A3-4AC0-9509-FAE16343E24B}" presName="spaceRect" presStyleCnt="0"/>
      <dgm:spPr/>
    </dgm:pt>
    <dgm:pt modelId="{B5C098CF-5C27-41D5-8E48-C9D42321F3FA}" type="pres">
      <dgm:prSet presAssocID="{72EB0D7E-51A3-4AC0-9509-FAE16343E24B}" presName="parTx" presStyleLbl="revTx" presStyleIdx="1" presStyleCnt="4">
        <dgm:presLayoutVars>
          <dgm:chMax val="0"/>
          <dgm:chPref val="0"/>
        </dgm:presLayoutVars>
      </dgm:prSet>
      <dgm:spPr/>
    </dgm:pt>
    <dgm:pt modelId="{8F39B08B-C5A8-4EDC-8A9A-DCC4F0C50506}" type="pres">
      <dgm:prSet presAssocID="{9A43D5F6-63ED-4A55-8F7A-1E68872107EF}" presName="sibTrans" presStyleCnt="0"/>
      <dgm:spPr/>
    </dgm:pt>
    <dgm:pt modelId="{110FB6B7-6A29-4D26-A34E-96FB8CC3CCDF}" type="pres">
      <dgm:prSet presAssocID="{15C16DC0-0E26-460A-82E6-15053878E893}" presName="compNode" presStyleCnt="0"/>
      <dgm:spPr/>
    </dgm:pt>
    <dgm:pt modelId="{289D3878-8763-49D7-9E2C-75B67CE3787C}" type="pres">
      <dgm:prSet presAssocID="{15C16DC0-0E26-460A-82E6-15053878E893}" presName="bgRect" presStyleLbl="bgShp" presStyleIdx="2" presStyleCnt="4"/>
      <dgm:spPr/>
    </dgm:pt>
    <dgm:pt modelId="{1B33A0B4-1E41-4507-8D71-7208281BF1D9}" type="pres">
      <dgm:prSet presAssocID="{15C16DC0-0E26-460A-82E6-15053878E89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5A1860C-6294-4096-A5E4-C1D13F513492}" type="pres">
      <dgm:prSet presAssocID="{15C16DC0-0E26-460A-82E6-15053878E893}" presName="spaceRect" presStyleCnt="0"/>
      <dgm:spPr/>
    </dgm:pt>
    <dgm:pt modelId="{78DAC03E-CE32-487F-8782-73B21571007E}" type="pres">
      <dgm:prSet presAssocID="{15C16DC0-0E26-460A-82E6-15053878E893}" presName="parTx" presStyleLbl="revTx" presStyleIdx="2" presStyleCnt="4">
        <dgm:presLayoutVars>
          <dgm:chMax val="0"/>
          <dgm:chPref val="0"/>
        </dgm:presLayoutVars>
      </dgm:prSet>
      <dgm:spPr/>
    </dgm:pt>
    <dgm:pt modelId="{C73A7C71-CFAE-4F28-9DC0-5BD49BFD7A7C}" type="pres">
      <dgm:prSet presAssocID="{BACFBFB3-0B96-47B6-B3F4-B0406D954553}" presName="sibTrans" presStyleCnt="0"/>
      <dgm:spPr/>
    </dgm:pt>
    <dgm:pt modelId="{AA1EEC83-B318-4246-8C81-154F36133CFE}" type="pres">
      <dgm:prSet presAssocID="{4ECAB030-B3F8-48A7-872E-38AAFBED28F6}" presName="compNode" presStyleCnt="0"/>
      <dgm:spPr/>
    </dgm:pt>
    <dgm:pt modelId="{11E508E2-E263-4E5B-94B7-7507626DEDB6}" type="pres">
      <dgm:prSet presAssocID="{4ECAB030-B3F8-48A7-872E-38AAFBED28F6}" presName="bgRect" presStyleLbl="bgShp" presStyleIdx="3" presStyleCnt="4"/>
      <dgm:spPr/>
    </dgm:pt>
    <dgm:pt modelId="{080CE3E0-3CEA-437F-93D4-27C0533DA91E}" type="pres">
      <dgm:prSet presAssocID="{4ECAB030-B3F8-48A7-872E-38AAFBED28F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DD39DB4F-8891-46BE-BED6-D72B30CC4520}" type="pres">
      <dgm:prSet presAssocID="{4ECAB030-B3F8-48A7-872E-38AAFBED28F6}" presName="spaceRect" presStyleCnt="0"/>
      <dgm:spPr/>
    </dgm:pt>
    <dgm:pt modelId="{58D9D614-B618-4D73-852C-FF9528187002}" type="pres">
      <dgm:prSet presAssocID="{4ECAB030-B3F8-48A7-872E-38AAFBED28F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CFB3D0F-C0A4-4FB1-9294-1F4F738FCC51}" type="presOf" srcId="{1786265D-4F76-48A0-B1BD-7167598E952B}" destId="{AAE29E25-D293-446C-AE6A-70ADAC71F656}" srcOrd="0" destOrd="0" presId="urn:microsoft.com/office/officeart/2018/2/layout/IconVerticalSolidList"/>
    <dgm:cxn modelId="{13E3FF41-151A-429B-BF15-6CDBB8045DA9}" type="presOf" srcId="{72EB0D7E-51A3-4AC0-9509-FAE16343E24B}" destId="{B5C098CF-5C27-41D5-8E48-C9D42321F3FA}" srcOrd="0" destOrd="0" presId="urn:microsoft.com/office/officeart/2018/2/layout/IconVerticalSolidList"/>
    <dgm:cxn modelId="{2C6D3383-6BB2-46A3-B26D-6D2BC94B8E85}" type="presOf" srcId="{4ECAB030-B3F8-48A7-872E-38AAFBED28F6}" destId="{58D9D614-B618-4D73-852C-FF9528187002}" srcOrd="0" destOrd="0" presId="urn:microsoft.com/office/officeart/2018/2/layout/IconVerticalSolidList"/>
    <dgm:cxn modelId="{FD6D72A8-539B-4229-BE90-F9B017E80932}" srcId="{1786265D-4F76-48A0-B1BD-7167598E952B}" destId="{15C16DC0-0E26-460A-82E6-15053878E893}" srcOrd="2" destOrd="0" parTransId="{C8525BFF-F926-4071-8B94-5955E4476D91}" sibTransId="{BACFBFB3-0B96-47B6-B3F4-B0406D954553}"/>
    <dgm:cxn modelId="{1734D5AE-553B-41DF-AA25-2F4E0643AB82}" type="presOf" srcId="{9ACB889A-E3D2-4796-824A-E4EA0B563CE1}" destId="{C2224049-8A98-4260-ACCD-68EC11AEC6AB}" srcOrd="0" destOrd="0" presId="urn:microsoft.com/office/officeart/2018/2/layout/IconVerticalSolidList"/>
    <dgm:cxn modelId="{FA155AC8-7E31-4F6A-BBA1-21786765CDF1}" srcId="{1786265D-4F76-48A0-B1BD-7167598E952B}" destId="{9ACB889A-E3D2-4796-824A-E4EA0B563CE1}" srcOrd="0" destOrd="0" parTransId="{3D88C18C-391E-4EA0-B975-BF52C5627E85}" sibTransId="{70FB545C-6C22-4BFD-B0C8-48061D9A5E7E}"/>
    <dgm:cxn modelId="{53DBBDDA-7DF3-489B-AB85-B810520A2D3E}" srcId="{1786265D-4F76-48A0-B1BD-7167598E952B}" destId="{72EB0D7E-51A3-4AC0-9509-FAE16343E24B}" srcOrd="1" destOrd="0" parTransId="{B1A716FC-7B9A-40CB-9767-F1E3F8B114DD}" sibTransId="{9A43D5F6-63ED-4A55-8F7A-1E68872107EF}"/>
    <dgm:cxn modelId="{755254F9-0424-421D-967E-5D36FDD467F9}" type="presOf" srcId="{15C16DC0-0E26-460A-82E6-15053878E893}" destId="{78DAC03E-CE32-487F-8782-73B21571007E}" srcOrd="0" destOrd="0" presId="urn:microsoft.com/office/officeart/2018/2/layout/IconVerticalSolidList"/>
    <dgm:cxn modelId="{2DF780FB-4AEE-4560-9C27-21796823B7B0}" srcId="{1786265D-4F76-48A0-B1BD-7167598E952B}" destId="{4ECAB030-B3F8-48A7-872E-38AAFBED28F6}" srcOrd="3" destOrd="0" parTransId="{8BCB0606-6E60-49FF-9C41-FBD991F00BEA}" sibTransId="{4060FEFF-03FC-4519-AADD-B5303AF21AAD}"/>
    <dgm:cxn modelId="{15630061-69B6-472D-92DF-099E546513FA}" type="presParOf" srcId="{AAE29E25-D293-446C-AE6A-70ADAC71F656}" destId="{FDD3F3BD-C6E8-4D74-878E-8E98B09341B0}" srcOrd="0" destOrd="0" presId="urn:microsoft.com/office/officeart/2018/2/layout/IconVerticalSolidList"/>
    <dgm:cxn modelId="{97F16F41-C3B6-43A8-A21B-4DA36617466F}" type="presParOf" srcId="{FDD3F3BD-C6E8-4D74-878E-8E98B09341B0}" destId="{184ED499-3541-4D7A-B3B3-9ADF38CC1D77}" srcOrd="0" destOrd="0" presId="urn:microsoft.com/office/officeart/2018/2/layout/IconVerticalSolidList"/>
    <dgm:cxn modelId="{D0C28CE5-FB5E-4CF0-86C8-91DDA45D6DDA}" type="presParOf" srcId="{FDD3F3BD-C6E8-4D74-878E-8E98B09341B0}" destId="{BA39AC34-A781-40F4-BB8E-02F7B35E1B11}" srcOrd="1" destOrd="0" presId="urn:microsoft.com/office/officeart/2018/2/layout/IconVerticalSolidList"/>
    <dgm:cxn modelId="{B9C756C2-5482-4395-AF44-7126E5863E3F}" type="presParOf" srcId="{FDD3F3BD-C6E8-4D74-878E-8E98B09341B0}" destId="{261E6F29-3F5C-4DE7-B061-39B6CD2D44D7}" srcOrd="2" destOrd="0" presId="urn:microsoft.com/office/officeart/2018/2/layout/IconVerticalSolidList"/>
    <dgm:cxn modelId="{AEC3E25D-4142-4FFF-A647-E0AE2F56D8F6}" type="presParOf" srcId="{FDD3F3BD-C6E8-4D74-878E-8E98B09341B0}" destId="{C2224049-8A98-4260-ACCD-68EC11AEC6AB}" srcOrd="3" destOrd="0" presId="urn:microsoft.com/office/officeart/2018/2/layout/IconVerticalSolidList"/>
    <dgm:cxn modelId="{405BB826-861B-431D-8A9D-3C888B1002D6}" type="presParOf" srcId="{AAE29E25-D293-446C-AE6A-70ADAC71F656}" destId="{6ADBAE14-6AF6-4842-9A15-3EBC61AEEBE4}" srcOrd="1" destOrd="0" presId="urn:microsoft.com/office/officeart/2018/2/layout/IconVerticalSolidList"/>
    <dgm:cxn modelId="{3954B9CA-88A9-4D52-9DE8-6B59A0FC3049}" type="presParOf" srcId="{AAE29E25-D293-446C-AE6A-70ADAC71F656}" destId="{55740D5D-EDEA-4825-9B97-D4AEA03230BE}" srcOrd="2" destOrd="0" presId="urn:microsoft.com/office/officeart/2018/2/layout/IconVerticalSolidList"/>
    <dgm:cxn modelId="{8C88EB47-0616-420E-8D92-388AEDC9F418}" type="presParOf" srcId="{55740D5D-EDEA-4825-9B97-D4AEA03230BE}" destId="{759D7140-F0C9-4A1F-93A8-D96BD2A700A4}" srcOrd="0" destOrd="0" presId="urn:microsoft.com/office/officeart/2018/2/layout/IconVerticalSolidList"/>
    <dgm:cxn modelId="{3435C516-4053-4D57-B39B-3671D63B484E}" type="presParOf" srcId="{55740D5D-EDEA-4825-9B97-D4AEA03230BE}" destId="{B2352527-7999-495A-9150-8DC1D9CFEB16}" srcOrd="1" destOrd="0" presId="urn:microsoft.com/office/officeart/2018/2/layout/IconVerticalSolidList"/>
    <dgm:cxn modelId="{4DBBB9EA-BC8D-49F4-AA1E-F6CA7FAED67D}" type="presParOf" srcId="{55740D5D-EDEA-4825-9B97-D4AEA03230BE}" destId="{14342EA9-152C-4F22-89A6-66BB1DB61B9F}" srcOrd="2" destOrd="0" presId="urn:microsoft.com/office/officeart/2018/2/layout/IconVerticalSolidList"/>
    <dgm:cxn modelId="{61203AA6-C953-424F-9E3C-740D17ECC22F}" type="presParOf" srcId="{55740D5D-EDEA-4825-9B97-D4AEA03230BE}" destId="{B5C098CF-5C27-41D5-8E48-C9D42321F3FA}" srcOrd="3" destOrd="0" presId="urn:microsoft.com/office/officeart/2018/2/layout/IconVerticalSolidList"/>
    <dgm:cxn modelId="{167E6D64-F58F-4440-B85C-E40FC45AF9A8}" type="presParOf" srcId="{AAE29E25-D293-446C-AE6A-70ADAC71F656}" destId="{8F39B08B-C5A8-4EDC-8A9A-DCC4F0C50506}" srcOrd="3" destOrd="0" presId="urn:microsoft.com/office/officeart/2018/2/layout/IconVerticalSolidList"/>
    <dgm:cxn modelId="{03EF5B48-236A-4D19-8E80-8D2D8F56AF69}" type="presParOf" srcId="{AAE29E25-D293-446C-AE6A-70ADAC71F656}" destId="{110FB6B7-6A29-4D26-A34E-96FB8CC3CCDF}" srcOrd="4" destOrd="0" presId="urn:microsoft.com/office/officeart/2018/2/layout/IconVerticalSolidList"/>
    <dgm:cxn modelId="{DC833D16-B879-444C-8D4D-78C9FDFBAD54}" type="presParOf" srcId="{110FB6B7-6A29-4D26-A34E-96FB8CC3CCDF}" destId="{289D3878-8763-49D7-9E2C-75B67CE3787C}" srcOrd="0" destOrd="0" presId="urn:microsoft.com/office/officeart/2018/2/layout/IconVerticalSolidList"/>
    <dgm:cxn modelId="{79D7C806-49CB-4667-B771-FF0567549FAF}" type="presParOf" srcId="{110FB6B7-6A29-4D26-A34E-96FB8CC3CCDF}" destId="{1B33A0B4-1E41-4507-8D71-7208281BF1D9}" srcOrd="1" destOrd="0" presId="urn:microsoft.com/office/officeart/2018/2/layout/IconVerticalSolidList"/>
    <dgm:cxn modelId="{405716F9-2AF6-445E-B2B7-2E2A10B8F06D}" type="presParOf" srcId="{110FB6B7-6A29-4D26-A34E-96FB8CC3CCDF}" destId="{F5A1860C-6294-4096-A5E4-C1D13F513492}" srcOrd="2" destOrd="0" presId="urn:microsoft.com/office/officeart/2018/2/layout/IconVerticalSolidList"/>
    <dgm:cxn modelId="{DB23BF60-E48E-47F3-954F-FED3B4F3E22B}" type="presParOf" srcId="{110FB6B7-6A29-4D26-A34E-96FB8CC3CCDF}" destId="{78DAC03E-CE32-487F-8782-73B21571007E}" srcOrd="3" destOrd="0" presId="urn:microsoft.com/office/officeart/2018/2/layout/IconVerticalSolidList"/>
    <dgm:cxn modelId="{89C24757-285A-4C38-A55F-216D42724FC4}" type="presParOf" srcId="{AAE29E25-D293-446C-AE6A-70ADAC71F656}" destId="{C73A7C71-CFAE-4F28-9DC0-5BD49BFD7A7C}" srcOrd="5" destOrd="0" presId="urn:microsoft.com/office/officeart/2018/2/layout/IconVerticalSolidList"/>
    <dgm:cxn modelId="{765982DE-A098-4062-BA04-9D74665C163E}" type="presParOf" srcId="{AAE29E25-D293-446C-AE6A-70ADAC71F656}" destId="{AA1EEC83-B318-4246-8C81-154F36133CFE}" srcOrd="6" destOrd="0" presId="urn:microsoft.com/office/officeart/2018/2/layout/IconVerticalSolidList"/>
    <dgm:cxn modelId="{5A91F21C-1142-47B4-BAE0-1954A18EBF03}" type="presParOf" srcId="{AA1EEC83-B318-4246-8C81-154F36133CFE}" destId="{11E508E2-E263-4E5B-94B7-7507626DEDB6}" srcOrd="0" destOrd="0" presId="urn:microsoft.com/office/officeart/2018/2/layout/IconVerticalSolidList"/>
    <dgm:cxn modelId="{65F95E79-B421-4B50-ADF6-9B1CB14732E5}" type="presParOf" srcId="{AA1EEC83-B318-4246-8C81-154F36133CFE}" destId="{080CE3E0-3CEA-437F-93D4-27C0533DA91E}" srcOrd="1" destOrd="0" presId="urn:microsoft.com/office/officeart/2018/2/layout/IconVerticalSolidList"/>
    <dgm:cxn modelId="{6CA3A376-B1F8-4D14-BE10-32DCBFA04FD9}" type="presParOf" srcId="{AA1EEC83-B318-4246-8C81-154F36133CFE}" destId="{DD39DB4F-8891-46BE-BED6-D72B30CC4520}" srcOrd="2" destOrd="0" presId="urn:microsoft.com/office/officeart/2018/2/layout/IconVerticalSolidList"/>
    <dgm:cxn modelId="{C720D118-64E2-43E3-8F09-4D2E7BBDF8F9}" type="presParOf" srcId="{AA1EEC83-B318-4246-8C81-154F36133CFE}" destId="{58D9D614-B618-4D73-852C-FF952818700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4FBE43-25F0-45C6-8E0C-BBAAF4810B98}">
      <dsp:nvSpPr>
        <dsp:cNvPr id="0" name=""/>
        <dsp:cNvSpPr/>
      </dsp:nvSpPr>
      <dsp:spPr>
        <a:xfrm>
          <a:off x="563316" y="539241"/>
          <a:ext cx="1749937" cy="17499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189E6D-1D51-41DC-998F-D9FC3265F441}">
      <dsp:nvSpPr>
        <dsp:cNvPr id="0" name=""/>
        <dsp:cNvSpPr/>
      </dsp:nvSpPr>
      <dsp:spPr>
        <a:xfrm>
          <a:off x="936253" y="912178"/>
          <a:ext cx="1004062" cy="1004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AAFB73-2A8A-4793-BA4C-1FBD74D33475}">
      <dsp:nvSpPr>
        <dsp:cNvPr id="0" name=""/>
        <dsp:cNvSpPr/>
      </dsp:nvSpPr>
      <dsp:spPr>
        <a:xfrm>
          <a:off x="3910" y="2834241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Implement core system from labs</a:t>
          </a:r>
        </a:p>
      </dsp:txBody>
      <dsp:txXfrm>
        <a:off x="3910" y="2834241"/>
        <a:ext cx="2868750" cy="720000"/>
      </dsp:txXfrm>
    </dsp:sp>
    <dsp:sp modelId="{86534B38-2D40-42F6-944E-863104A61C3C}">
      <dsp:nvSpPr>
        <dsp:cNvPr id="0" name=""/>
        <dsp:cNvSpPr/>
      </dsp:nvSpPr>
      <dsp:spPr>
        <a:xfrm>
          <a:off x="3934097" y="539241"/>
          <a:ext cx="1749937" cy="17499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55A325-6A0F-4F70-B83B-216DBF4F0129}">
      <dsp:nvSpPr>
        <dsp:cNvPr id="0" name=""/>
        <dsp:cNvSpPr/>
      </dsp:nvSpPr>
      <dsp:spPr>
        <a:xfrm>
          <a:off x="4307035" y="912178"/>
          <a:ext cx="1004062" cy="1004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666CAB-1CC7-47D7-BC1D-D8D5DE9F2A4D}">
      <dsp:nvSpPr>
        <dsp:cNvPr id="0" name=""/>
        <dsp:cNvSpPr/>
      </dsp:nvSpPr>
      <dsp:spPr>
        <a:xfrm>
          <a:off x="3374691" y="2834241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Build working user authentication system</a:t>
          </a:r>
        </a:p>
      </dsp:txBody>
      <dsp:txXfrm>
        <a:off x="3374691" y="2834241"/>
        <a:ext cx="2868750" cy="720000"/>
      </dsp:txXfrm>
    </dsp:sp>
    <dsp:sp modelId="{DF4D867D-28C0-46C3-8AE3-D96DC5C5EDE7}">
      <dsp:nvSpPr>
        <dsp:cNvPr id="0" name=""/>
        <dsp:cNvSpPr/>
      </dsp:nvSpPr>
      <dsp:spPr>
        <a:xfrm>
          <a:off x="7304879" y="539241"/>
          <a:ext cx="1749937" cy="17499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1DEDA5-BDBD-44FB-9E37-BC1897590502}">
      <dsp:nvSpPr>
        <dsp:cNvPr id="0" name=""/>
        <dsp:cNvSpPr/>
      </dsp:nvSpPr>
      <dsp:spPr>
        <a:xfrm>
          <a:off x="7677816" y="912178"/>
          <a:ext cx="1004062" cy="10040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1AAFA0-C639-4528-A071-2FB3F22A83A3}">
      <dsp:nvSpPr>
        <dsp:cNvPr id="0" name=""/>
        <dsp:cNvSpPr/>
      </dsp:nvSpPr>
      <dsp:spPr>
        <a:xfrm>
          <a:off x="6745472" y="2834241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Prepare demo-ready application</a:t>
          </a:r>
        </a:p>
      </dsp:txBody>
      <dsp:txXfrm>
        <a:off x="6745472" y="2834241"/>
        <a:ext cx="2868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B75CEB-2F85-4DCE-B217-DB92BEA28823}">
      <dsp:nvSpPr>
        <dsp:cNvPr id="0" name=""/>
        <dsp:cNvSpPr/>
      </dsp:nvSpPr>
      <dsp:spPr>
        <a:xfrm>
          <a:off x="0" y="607"/>
          <a:ext cx="6628804" cy="14223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CFEAFC-9150-4A06-836E-0D237A0D8559}">
      <dsp:nvSpPr>
        <dsp:cNvPr id="0" name=""/>
        <dsp:cNvSpPr/>
      </dsp:nvSpPr>
      <dsp:spPr>
        <a:xfrm>
          <a:off x="430272" y="320645"/>
          <a:ext cx="782314" cy="7823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564AA1-14A6-4AAC-AE5F-FEA1A64B2DA6}">
      <dsp:nvSpPr>
        <dsp:cNvPr id="0" name=""/>
        <dsp:cNvSpPr/>
      </dsp:nvSpPr>
      <dsp:spPr>
        <a:xfrm>
          <a:off x="1642860" y="607"/>
          <a:ext cx="4985943" cy="1422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536" tIns="150536" rIns="150536" bIns="15053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Challenging activity but valuable</a:t>
          </a:r>
        </a:p>
      </dsp:txBody>
      <dsp:txXfrm>
        <a:off x="1642860" y="607"/>
        <a:ext cx="4985943" cy="1422390"/>
      </dsp:txXfrm>
    </dsp:sp>
    <dsp:sp modelId="{0E876A21-F0BE-495B-9533-1BEEA2753731}">
      <dsp:nvSpPr>
        <dsp:cNvPr id="0" name=""/>
        <dsp:cNvSpPr/>
      </dsp:nvSpPr>
      <dsp:spPr>
        <a:xfrm>
          <a:off x="0" y="1778595"/>
          <a:ext cx="6628804" cy="14223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FFA6E0-8446-4B90-8008-FCBAA593A7C6}">
      <dsp:nvSpPr>
        <dsp:cNvPr id="0" name=""/>
        <dsp:cNvSpPr/>
      </dsp:nvSpPr>
      <dsp:spPr>
        <a:xfrm>
          <a:off x="430272" y="2098633"/>
          <a:ext cx="782314" cy="7823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56647E-457B-4CC1-B6F8-9542424C5565}">
      <dsp:nvSpPr>
        <dsp:cNvPr id="0" name=""/>
        <dsp:cNvSpPr/>
      </dsp:nvSpPr>
      <dsp:spPr>
        <a:xfrm>
          <a:off x="1642860" y="1778595"/>
          <a:ext cx="4985943" cy="1422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536" tIns="150536" rIns="150536" bIns="15053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Applied concepts learned in the lab to the demo</a:t>
          </a:r>
        </a:p>
      </dsp:txBody>
      <dsp:txXfrm>
        <a:off x="1642860" y="1778595"/>
        <a:ext cx="4985943" cy="1422390"/>
      </dsp:txXfrm>
    </dsp:sp>
    <dsp:sp modelId="{9E545C8B-E0DB-4550-8E7B-4CEC9914A401}">
      <dsp:nvSpPr>
        <dsp:cNvPr id="0" name=""/>
        <dsp:cNvSpPr/>
      </dsp:nvSpPr>
      <dsp:spPr>
        <a:xfrm>
          <a:off x="0" y="3556583"/>
          <a:ext cx="6628804" cy="14223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6C2498-5A65-46A9-BFAE-5CFFDD66DFB3}">
      <dsp:nvSpPr>
        <dsp:cNvPr id="0" name=""/>
        <dsp:cNvSpPr/>
      </dsp:nvSpPr>
      <dsp:spPr>
        <a:xfrm>
          <a:off x="430272" y="3876620"/>
          <a:ext cx="782314" cy="7823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E25F20-596E-4D05-A106-DB6375181D90}">
      <dsp:nvSpPr>
        <dsp:cNvPr id="0" name=""/>
        <dsp:cNvSpPr/>
      </dsp:nvSpPr>
      <dsp:spPr>
        <a:xfrm>
          <a:off x="1642860" y="3556583"/>
          <a:ext cx="4985943" cy="1422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536" tIns="150536" rIns="150536" bIns="15053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Learned more about teamwork</a:t>
          </a:r>
        </a:p>
      </dsp:txBody>
      <dsp:txXfrm>
        <a:off x="1642860" y="3556583"/>
        <a:ext cx="4985943" cy="14223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78F485-D95A-4F1F-8A40-776675467B70}">
      <dsp:nvSpPr>
        <dsp:cNvPr id="0" name=""/>
        <dsp:cNvSpPr/>
      </dsp:nvSpPr>
      <dsp:spPr>
        <a:xfrm>
          <a:off x="0" y="499"/>
          <a:ext cx="9618133" cy="1169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5B8712-BD37-4BFF-974B-D8E352EF489F}">
      <dsp:nvSpPr>
        <dsp:cNvPr id="0" name=""/>
        <dsp:cNvSpPr/>
      </dsp:nvSpPr>
      <dsp:spPr>
        <a:xfrm>
          <a:off x="353707" y="263587"/>
          <a:ext cx="643104" cy="6431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83C0AD-AB62-40CA-A202-245804E45978}">
      <dsp:nvSpPr>
        <dsp:cNvPr id="0" name=""/>
        <dsp:cNvSpPr/>
      </dsp:nvSpPr>
      <dsp:spPr>
        <a:xfrm>
          <a:off x="1350519" y="499"/>
          <a:ext cx="8267613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Learnt how full stack apps work</a:t>
          </a:r>
        </a:p>
      </dsp:txBody>
      <dsp:txXfrm>
        <a:off x="1350519" y="499"/>
        <a:ext cx="8267613" cy="1169280"/>
      </dsp:txXfrm>
    </dsp:sp>
    <dsp:sp modelId="{101A906F-6D2E-4DAD-B6AD-0BECF904DB23}">
      <dsp:nvSpPr>
        <dsp:cNvPr id="0" name=""/>
        <dsp:cNvSpPr/>
      </dsp:nvSpPr>
      <dsp:spPr>
        <a:xfrm>
          <a:off x="0" y="1462100"/>
          <a:ext cx="9618133" cy="1169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8D8D32-E629-47E1-BAC0-39735F0C9A68}">
      <dsp:nvSpPr>
        <dsp:cNvPr id="0" name=""/>
        <dsp:cNvSpPr/>
      </dsp:nvSpPr>
      <dsp:spPr>
        <a:xfrm>
          <a:off x="353707" y="1725188"/>
          <a:ext cx="643104" cy="6431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02B552-45E8-4277-BB98-E5FF9E2A41A7}">
      <dsp:nvSpPr>
        <dsp:cNvPr id="0" name=""/>
        <dsp:cNvSpPr/>
      </dsp:nvSpPr>
      <dsp:spPr>
        <a:xfrm>
          <a:off x="1350519" y="1462100"/>
          <a:ext cx="8267613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Importance of teamwork</a:t>
          </a:r>
        </a:p>
      </dsp:txBody>
      <dsp:txXfrm>
        <a:off x="1350519" y="1462100"/>
        <a:ext cx="8267613" cy="1169280"/>
      </dsp:txXfrm>
    </dsp:sp>
    <dsp:sp modelId="{6114B57D-ACC3-4519-9072-93B125E42D2D}">
      <dsp:nvSpPr>
        <dsp:cNvPr id="0" name=""/>
        <dsp:cNvSpPr/>
      </dsp:nvSpPr>
      <dsp:spPr>
        <a:xfrm>
          <a:off x="0" y="2923701"/>
          <a:ext cx="9618133" cy="1169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2765D8-3BCC-4136-9927-362F325352D2}">
      <dsp:nvSpPr>
        <dsp:cNvPr id="0" name=""/>
        <dsp:cNvSpPr/>
      </dsp:nvSpPr>
      <dsp:spPr>
        <a:xfrm>
          <a:off x="353707" y="3186789"/>
          <a:ext cx="643104" cy="6431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F52C6D-4EF4-49C0-8F01-78C3DEABB230}">
      <dsp:nvSpPr>
        <dsp:cNvPr id="0" name=""/>
        <dsp:cNvSpPr/>
      </dsp:nvSpPr>
      <dsp:spPr>
        <a:xfrm>
          <a:off x="1350519" y="2923701"/>
          <a:ext cx="8267613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Git Workflow</a:t>
          </a:r>
        </a:p>
      </dsp:txBody>
      <dsp:txXfrm>
        <a:off x="1350519" y="2923701"/>
        <a:ext cx="8267613" cy="11692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4ED499-3541-4D7A-B3B3-9ADF38CC1D77}">
      <dsp:nvSpPr>
        <dsp:cNvPr id="0" name=""/>
        <dsp:cNvSpPr/>
      </dsp:nvSpPr>
      <dsp:spPr>
        <a:xfrm>
          <a:off x="0" y="1610"/>
          <a:ext cx="8596668" cy="8163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39AC34-A781-40F4-BB8E-02F7B35E1B11}">
      <dsp:nvSpPr>
        <dsp:cNvPr id="0" name=""/>
        <dsp:cNvSpPr/>
      </dsp:nvSpPr>
      <dsp:spPr>
        <a:xfrm>
          <a:off x="246938" y="185284"/>
          <a:ext cx="448979" cy="44897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224049-8A98-4260-ACCD-68EC11AEC6AB}">
      <dsp:nvSpPr>
        <dsp:cNvPr id="0" name=""/>
        <dsp:cNvSpPr/>
      </dsp:nvSpPr>
      <dsp:spPr>
        <a:xfrm>
          <a:off x="942857" y="1610"/>
          <a:ext cx="7653810" cy="816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395" tIns="86395" rIns="86395" bIns="8639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Search and filtering system</a:t>
          </a:r>
        </a:p>
      </dsp:txBody>
      <dsp:txXfrm>
        <a:off x="942857" y="1610"/>
        <a:ext cx="7653810" cy="816326"/>
      </dsp:txXfrm>
    </dsp:sp>
    <dsp:sp modelId="{759D7140-F0C9-4A1F-93A8-D96BD2A700A4}">
      <dsp:nvSpPr>
        <dsp:cNvPr id="0" name=""/>
        <dsp:cNvSpPr/>
      </dsp:nvSpPr>
      <dsp:spPr>
        <a:xfrm>
          <a:off x="0" y="1022019"/>
          <a:ext cx="8596668" cy="8163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352527-7999-495A-9150-8DC1D9CFEB16}">
      <dsp:nvSpPr>
        <dsp:cNvPr id="0" name=""/>
        <dsp:cNvSpPr/>
      </dsp:nvSpPr>
      <dsp:spPr>
        <a:xfrm>
          <a:off x="246938" y="1205692"/>
          <a:ext cx="448979" cy="44897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C098CF-5C27-41D5-8E48-C9D42321F3FA}">
      <dsp:nvSpPr>
        <dsp:cNvPr id="0" name=""/>
        <dsp:cNvSpPr/>
      </dsp:nvSpPr>
      <dsp:spPr>
        <a:xfrm>
          <a:off x="942857" y="1022019"/>
          <a:ext cx="7653810" cy="816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395" tIns="86395" rIns="86395" bIns="8639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Messaging system</a:t>
          </a:r>
        </a:p>
      </dsp:txBody>
      <dsp:txXfrm>
        <a:off x="942857" y="1022019"/>
        <a:ext cx="7653810" cy="816326"/>
      </dsp:txXfrm>
    </dsp:sp>
    <dsp:sp modelId="{289D3878-8763-49D7-9E2C-75B67CE3787C}">
      <dsp:nvSpPr>
        <dsp:cNvPr id="0" name=""/>
        <dsp:cNvSpPr/>
      </dsp:nvSpPr>
      <dsp:spPr>
        <a:xfrm>
          <a:off x="0" y="2042427"/>
          <a:ext cx="8596668" cy="8163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33A0B4-1E41-4507-8D71-7208281BF1D9}">
      <dsp:nvSpPr>
        <dsp:cNvPr id="0" name=""/>
        <dsp:cNvSpPr/>
      </dsp:nvSpPr>
      <dsp:spPr>
        <a:xfrm>
          <a:off x="246938" y="2226100"/>
          <a:ext cx="448979" cy="44897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DAC03E-CE32-487F-8782-73B21571007E}">
      <dsp:nvSpPr>
        <dsp:cNvPr id="0" name=""/>
        <dsp:cNvSpPr/>
      </dsp:nvSpPr>
      <dsp:spPr>
        <a:xfrm>
          <a:off x="942857" y="2042427"/>
          <a:ext cx="7653810" cy="816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395" tIns="86395" rIns="86395" bIns="8639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Better UI</a:t>
          </a:r>
        </a:p>
      </dsp:txBody>
      <dsp:txXfrm>
        <a:off x="942857" y="2042427"/>
        <a:ext cx="7653810" cy="816326"/>
      </dsp:txXfrm>
    </dsp:sp>
    <dsp:sp modelId="{11E508E2-E263-4E5B-94B7-7507626DEDB6}">
      <dsp:nvSpPr>
        <dsp:cNvPr id="0" name=""/>
        <dsp:cNvSpPr/>
      </dsp:nvSpPr>
      <dsp:spPr>
        <a:xfrm>
          <a:off x="0" y="3062835"/>
          <a:ext cx="8596668" cy="8163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0CE3E0-3CEA-437F-93D4-27C0533DA91E}">
      <dsp:nvSpPr>
        <dsp:cNvPr id="0" name=""/>
        <dsp:cNvSpPr/>
      </dsp:nvSpPr>
      <dsp:spPr>
        <a:xfrm>
          <a:off x="246938" y="3246509"/>
          <a:ext cx="448979" cy="44897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D9D614-B618-4D73-852C-FF9528187002}">
      <dsp:nvSpPr>
        <dsp:cNvPr id="0" name=""/>
        <dsp:cNvSpPr/>
      </dsp:nvSpPr>
      <dsp:spPr>
        <a:xfrm>
          <a:off x="942857" y="3062835"/>
          <a:ext cx="7653810" cy="816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395" tIns="86395" rIns="86395" bIns="8639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User security</a:t>
          </a:r>
        </a:p>
      </dsp:txBody>
      <dsp:txXfrm>
        <a:off x="942857" y="3062835"/>
        <a:ext cx="7653810" cy="8163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11B-EF67-4479-B35E-3C8E2EF8D6BC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E224-7698-4C96-8F09-94D0F70BE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097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11B-EF67-4479-B35E-3C8E2EF8D6BC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E224-7698-4C96-8F09-94D0F70BE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254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11B-EF67-4479-B35E-3C8E2EF8D6BC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E224-7698-4C96-8F09-94D0F70BE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720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11B-EF67-4479-B35E-3C8E2EF8D6BC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E224-7698-4C96-8F09-94D0F70BE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819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11B-EF67-4479-B35E-3C8E2EF8D6BC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E224-7698-4C96-8F09-94D0F70BE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022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11B-EF67-4479-B35E-3C8E2EF8D6BC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E224-7698-4C96-8F09-94D0F70BE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784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11B-EF67-4479-B35E-3C8E2EF8D6BC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E224-7698-4C96-8F09-94D0F70BE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29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11B-EF67-4479-B35E-3C8E2EF8D6BC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E224-7698-4C96-8F09-94D0F70BE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947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11B-EF67-4479-B35E-3C8E2EF8D6BC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E224-7698-4C96-8F09-94D0F70BE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7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11B-EF67-4479-B35E-3C8E2EF8D6BC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E224-7698-4C96-8F09-94D0F70BE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095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11B-EF67-4479-B35E-3C8E2EF8D6BC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E224-7698-4C96-8F09-94D0F70BE8D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634623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11B-EF67-4479-B35E-3C8E2EF8D6BC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E224-7698-4C96-8F09-94D0F70BE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6818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11B-EF67-4479-B35E-3C8E2EF8D6BC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E224-7698-4C96-8F09-94D0F70BE8D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32689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11B-EF67-4479-B35E-3C8E2EF8D6BC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E224-7698-4C96-8F09-94D0F70BE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3640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11B-EF67-4479-B35E-3C8E2EF8D6BC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E224-7698-4C96-8F09-94D0F70BE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7254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11B-EF67-4479-B35E-3C8E2EF8D6BC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E224-7698-4C96-8F09-94D0F70BE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038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4B011B-EF67-4479-B35E-3C8E2EF8D6BC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CCBE224-7698-4C96-8F09-94D0F70BE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115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6BBF8-BC44-3B04-BF41-5916042DEF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TRADEMYSKILLS-PROJECT SCRUM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0461BF-4BB4-3448-BE30-F5E71D72EB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TEAM MEMBERS: TONI, FAIRUZ, PARSA, ALDAN</a:t>
            </a:r>
          </a:p>
        </p:txBody>
      </p:sp>
    </p:spTree>
    <p:extLst>
      <p:ext uri="{BB962C8B-B14F-4D97-AF65-F5344CB8AC3E}">
        <p14:creationId xmlns:p14="http://schemas.microsoft.com/office/powerpoint/2010/main" val="2670211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5353A-1870-FDF2-FD73-2596B147B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6047" y="609600"/>
            <a:ext cx="6487955" cy="1320800"/>
          </a:xfrm>
        </p:spPr>
        <p:txBody>
          <a:bodyPr>
            <a:normAutofit/>
          </a:bodyPr>
          <a:lstStyle/>
          <a:p>
            <a:r>
              <a:rPr lang="en-US" dirty="0"/>
              <a:t>PROJECT OVERVIEW</a:t>
            </a:r>
          </a:p>
        </p:txBody>
      </p:sp>
      <p:pic>
        <p:nvPicPr>
          <p:cNvPr id="5" name="Picture 4" descr="Person writing on a notepad">
            <a:extLst>
              <a:ext uri="{FF2B5EF4-FFF2-40B4-BE49-F238E27FC236}">
                <a16:creationId xmlns:a16="http://schemas.microsoft.com/office/drawing/2014/main" id="{1226B5AA-F159-062E-4097-6079DA76FBD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37937" r="30553" b="1"/>
          <a:stretch>
            <a:fillRect/>
          </a:stretch>
        </p:blipFill>
        <p:spPr>
          <a:xfrm>
            <a:off x="20" y="10"/>
            <a:ext cx="2734036" cy="6876278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842596" y="6858000"/>
                </a:lnTo>
                <a:lnTo>
                  <a:pt x="0" y="1191846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518E5A25-92C5-4F27-8E26-0AAAB0CDC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1191846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765F2-1A44-77B9-547F-5A726778E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6047" y="2160589"/>
            <a:ext cx="6487955" cy="3880773"/>
          </a:xfrm>
        </p:spPr>
        <p:txBody>
          <a:bodyPr>
            <a:normAutofit/>
          </a:bodyPr>
          <a:lstStyle/>
          <a:p>
            <a:r>
              <a:rPr lang="en-US" dirty="0"/>
              <a:t>Skill exchange web application</a:t>
            </a:r>
          </a:p>
          <a:p>
            <a:r>
              <a:rPr lang="en-US" dirty="0"/>
              <a:t>Users can:</a:t>
            </a:r>
          </a:p>
          <a:p>
            <a:pPr>
              <a:buFont typeface="+mj-lt"/>
              <a:buAutoNum type="arabicPeriod"/>
            </a:pPr>
            <a:r>
              <a:rPr lang="en-US" dirty="0"/>
              <a:t>Register/login</a:t>
            </a:r>
          </a:p>
          <a:p>
            <a:pPr>
              <a:buFont typeface="+mj-lt"/>
              <a:buAutoNum type="arabicPeriod"/>
            </a:pPr>
            <a:r>
              <a:rPr lang="en-US" dirty="0"/>
              <a:t>Post skills</a:t>
            </a:r>
          </a:p>
          <a:p>
            <a:pPr>
              <a:buFont typeface="+mj-lt"/>
              <a:buAutoNum type="arabicPeriod"/>
            </a:pPr>
            <a:r>
              <a:rPr lang="en-US" dirty="0"/>
              <a:t>Interact with others</a:t>
            </a:r>
          </a:p>
        </p:txBody>
      </p:sp>
    </p:spTree>
    <p:extLst>
      <p:ext uri="{BB962C8B-B14F-4D97-AF65-F5344CB8AC3E}">
        <p14:creationId xmlns:p14="http://schemas.microsoft.com/office/powerpoint/2010/main" val="2943324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55FB7A-32FC-4EC7-54FE-1C46EF900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 dirty="0"/>
              <a:t>PROJECT GOALS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DDC18E-D5B0-8B55-1195-EA303244D6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5484086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50826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89175-4252-41C0-C40D-A2065C21D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2C9F8-B238-D56F-B579-14804C280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MVC Design:</a:t>
            </a:r>
          </a:p>
          <a:p>
            <a:pPr>
              <a:buFont typeface="+mj-lt"/>
              <a:buAutoNum type="arabicPeriod"/>
            </a:pPr>
            <a:r>
              <a:rPr lang="en-US" dirty="0"/>
              <a:t>Models – Database structure</a:t>
            </a:r>
          </a:p>
          <a:p>
            <a:pPr>
              <a:buFont typeface="+mj-lt"/>
              <a:buAutoNum type="arabicPeriod"/>
            </a:pPr>
            <a:r>
              <a:rPr lang="en-US" dirty="0"/>
              <a:t>Views – EJS template</a:t>
            </a:r>
          </a:p>
          <a:p>
            <a:r>
              <a:rPr lang="en-US" dirty="0"/>
              <a:t>Teck Stack:</a:t>
            </a:r>
          </a:p>
          <a:p>
            <a:pPr>
              <a:buFont typeface="+mj-lt"/>
              <a:buAutoNum type="arabicPeriod"/>
            </a:pPr>
            <a:r>
              <a:rPr lang="en-US" dirty="0"/>
              <a:t>Node.js</a:t>
            </a:r>
          </a:p>
          <a:p>
            <a:pPr>
              <a:buFont typeface="+mj-lt"/>
              <a:buAutoNum type="arabicPeriod"/>
            </a:pPr>
            <a:r>
              <a:rPr lang="en-US" dirty="0"/>
              <a:t>MongoDB</a:t>
            </a:r>
          </a:p>
          <a:p>
            <a:pPr>
              <a:buFont typeface="+mj-lt"/>
              <a:buAutoNum type="arabicPeriod"/>
            </a:pPr>
            <a:r>
              <a:rPr lang="en-US" dirty="0"/>
              <a:t>Bootstrap</a:t>
            </a:r>
          </a:p>
        </p:txBody>
      </p:sp>
    </p:spTree>
    <p:extLst>
      <p:ext uri="{BB962C8B-B14F-4D97-AF65-F5344CB8AC3E}">
        <p14:creationId xmlns:p14="http://schemas.microsoft.com/office/powerpoint/2010/main" val="2397691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33A6A-683C-1EEE-7475-7998F7DFA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9435B-4733-7EE9-013D-CE704CF14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CHALLENGES:</a:t>
            </a:r>
          </a:p>
          <a:p>
            <a:pPr>
              <a:buFont typeface="+mj-lt"/>
              <a:buAutoNum type="arabicPeriod"/>
            </a:pPr>
            <a:r>
              <a:rPr lang="en-US" dirty="0"/>
              <a:t>MVC Understanding</a:t>
            </a:r>
          </a:p>
          <a:p>
            <a:pPr>
              <a:buFont typeface="+mj-lt"/>
              <a:buAutoNum type="arabicPeriod"/>
            </a:pPr>
            <a:r>
              <a:rPr lang="en-US" dirty="0"/>
              <a:t>Merge conflicts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r>
              <a:rPr lang="en-US" dirty="0"/>
              <a:t>SOLUTIONS:</a:t>
            </a:r>
          </a:p>
          <a:p>
            <a:pPr>
              <a:buFont typeface="+mj-lt"/>
              <a:buAutoNum type="arabicPeriod"/>
            </a:pPr>
            <a:r>
              <a:rPr lang="en-US" dirty="0"/>
              <a:t>Following lab structure</a:t>
            </a:r>
          </a:p>
          <a:p>
            <a:pPr>
              <a:buFont typeface="+mj-lt"/>
              <a:buAutoNum type="arabicPeriod"/>
            </a:pPr>
            <a:r>
              <a:rPr lang="en-US" dirty="0"/>
              <a:t>Better communication</a:t>
            </a:r>
          </a:p>
        </p:txBody>
      </p:sp>
    </p:spTree>
    <p:extLst>
      <p:ext uri="{BB962C8B-B14F-4D97-AF65-F5344CB8AC3E}">
        <p14:creationId xmlns:p14="http://schemas.microsoft.com/office/powerpoint/2010/main" val="1893312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A62D1C-92D8-2BA5-94C4-9B41FB7BE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en-US" sz="4400"/>
              <a:t>SELF REFLECTION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DC45DB-EA79-229A-D313-C5369C0BE9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6682318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6433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896C21-8DBA-72B6-4919-5B866369A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 dirty="0"/>
              <a:t>LEARNING OUTCOMES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EA6F46-0BFC-8488-EF73-EB2DECC1F2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4126609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8367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4DE5E-1B93-481B-40C2-A960EC11B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IMPROVEMENTS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FA40786-9B5D-9D38-54EA-5F57077A9D2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9733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4DE830A-B531-4A3B-96F6-0ECE88B08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813DF2C-461A-4A8F-9679-A172790D1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4CD3A85-C039-4249-86E4-1EB9318B5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887EA6D2-2883-42C2-993D-094CA6D65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3B895046-636F-4D1B-ACA4-29AA0CB33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C6B0CDE3-E054-4EDD-A43B-F96843D8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3B66B1A2-F145-4C9B-85CC-4BF30D58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5D4FC972-94B3-4035-8D31-E668C132B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374B9941-AFBE-4A77-A50E-B6EA04A74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27A982C5-2C38-4CE9-BC18-94697AD65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0060D8D1-7BB1-498F-AFBB-ADAC130A9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938A96F-C649-F75B-C54D-B66EE1584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337" y="1265314"/>
            <a:ext cx="4299666" cy="32491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DEMO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2C0E1-B6FA-CC7B-288B-7DBD00003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74336" y="4514446"/>
            <a:ext cx="4299666" cy="87104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800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5A7802B6-FF37-40CF-A7E2-6F2A0D9A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Graphic 6" descr="Teacher">
            <a:extLst>
              <a:ext uri="{FF2B5EF4-FFF2-40B4-BE49-F238E27FC236}">
                <a16:creationId xmlns:a16="http://schemas.microsoft.com/office/drawing/2014/main" id="{0F4602A5-2A41-E65C-7E7D-7E24868572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604" y="1550139"/>
            <a:ext cx="3765692" cy="376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997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5" name="Picture 4" descr="Yellow question mark">
            <a:extLst>
              <a:ext uri="{FF2B5EF4-FFF2-40B4-BE49-F238E27FC236}">
                <a16:creationId xmlns:a16="http://schemas.microsoft.com/office/drawing/2014/main" id="{18BCDDEF-68CF-A36B-9A9D-57DA911351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230" r="7571"/>
          <a:stretch>
            <a:fillRect/>
          </a:stretch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E2FE52-DE09-8A9A-5C97-87A0EBD68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0563" y="1678665"/>
            <a:ext cx="3887839" cy="23721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dirty="0"/>
              <a:t>ANY QUESTIONS?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4E8F21-8A0B-3998-CCED-7BCEABAFE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80563" y="4050833"/>
            <a:ext cx="3893440" cy="10968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80463670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579</TotalTime>
  <Words>130</Words>
  <Application>Microsoft Office PowerPoint</Application>
  <PresentationFormat>Widescreen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TRADEMYSKILLS-PROJECT SCRUM UPDATE</vt:lpstr>
      <vt:lpstr>PROJECT OVERVIEW</vt:lpstr>
      <vt:lpstr>PROJECT GOALS</vt:lpstr>
      <vt:lpstr>SYSTEM ARCHITECTURE</vt:lpstr>
      <vt:lpstr>TEAM WORK</vt:lpstr>
      <vt:lpstr>SELF REFLECTION</vt:lpstr>
      <vt:lpstr>LEARNING OUTCOMES</vt:lpstr>
      <vt:lpstr>FUTURE IMPROVEMENTS</vt:lpstr>
      <vt:lpstr>DEMO OVERVIEW</vt:lpstr>
      <vt:lpstr>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Fortune Toni-ojiako</dc:creator>
  <cp:lastModifiedBy>Fortune Toni-ojiako</cp:lastModifiedBy>
  <cp:revision>1</cp:revision>
  <dcterms:created xsi:type="dcterms:W3CDTF">2026-03-18T06:03:12Z</dcterms:created>
  <dcterms:modified xsi:type="dcterms:W3CDTF">2026-03-18T15:42:19Z</dcterms:modified>
</cp:coreProperties>
</file>