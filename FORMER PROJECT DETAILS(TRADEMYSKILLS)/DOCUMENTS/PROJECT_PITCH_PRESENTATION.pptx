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3" r:id="rId6"/>
    <p:sldId id="262" r:id="rId7"/>
    <p:sldId id="260" r:id="rId8"/>
    <p:sldId id="264" r:id="rId9"/>
    <p:sldId id="261" r:id="rId10"/>
    <p:sldId id="265" r:id="rId11"/>
    <p:sldId id="266"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B755826-EA67-4271-804B-FC035F9C04FD}" v="486" dt="2026-01-28T21:00:30.589"/>
    <p1510:client id="{4CCB0CFC-7394-14E0-EACF-90143D88B1F1}" v="604" dt="2026-01-28T18:36:55.441"/>
    <p1510:client id="{FCA2EF32-BC67-B98E-0D7A-4B12B3DDC41E}" v="2" dt="2026-01-28T17:17:14.18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ortune Toni-ojiako" userId="3d05d4fc3fd47680" providerId="LiveId" clId="{CF746451-74A1-431B-BD2A-CFC580D5B058}"/>
    <pc:docChg chg="undo custSel addSld delSld modSld sldOrd">
      <pc:chgData name="Fortune Toni-ojiako" userId="3d05d4fc3fd47680" providerId="LiveId" clId="{CF746451-74A1-431B-BD2A-CFC580D5B058}" dt="2026-01-28T21:00:30.589" v="505" actId="20577"/>
      <pc:docMkLst>
        <pc:docMk/>
      </pc:docMkLst>
      <pc:sldChg chg="modSp mod">
        <pc:chgData name="Fortune Toni-ojiako" userId="3d05d4fc3fd47680" providerId="LiveId" clId="{CF746451-74A1-431B-BD2A-CFC580D5B058}" dt="2026-01-28T17:17:15.433" v="0" actId="20577"/>
        <pc:sldMkLst>
          <pc:docMk/>
          <pc:sldMk cId="2479558569" sldId="260"/>
        </pc:sldMkLst>
        <pc:spChg chg="mod">
          <ac:chgData name="Fortune Toni-ojiako" userId="3d05d4fc3fd47680" providerId="LiveId" clId="{CF746451-74A1-431B-BD2A-CFC580D5B058}" dt="2026-01-28T17:17:15.433" v="0" actId="20577"/>
          <ac:spMkLst>
            <pc:docMk/>
            <pc:sldMk cId="2479558569" sldId="260"/>
            <ac:spMk id="3" creationId="{E1A4178B-5304-B67C-DA4E-11436C541F42}"/>
          </ac:spMkLst>
        </pc:spChg>
      </pc:sldChg>
      <pc:sldChg chg="addSp modSp new mod setBg">
        <pc:chgData name="Fortune Toni-ojiako" userId="3d05d4fc3fd47680" providerId="LiveId" clId="{CF746451-74A1-431B-BD2A-CFC580D5B058}" dt="2026-01-28T17:22:31.567" v="45" actId="20577"/>
        <pc:sldMkLst>
          <pc:docMk/>
          <pc:sldMk cId="1421441263" sldId="261"/>
        </pc:sldMkLst>
        <pc:spChg chg="mod">
          <ac:chgData name="Fortune Toni-ojiako" userId="3d05d4fc3fd47680" providerId="LiveId" clId="{CF746451-74A1-431B-BD2A-CFC580D5B058}" dt="2026-01-28T17:21:15.960" v="43" actId="26606"/>
          <ac:spMkLst>
            <pc:docMk/>
            <pc:sldMk cId="1421441263" sldId="261"/>
            <ac:spMk id="2" creationId="{4932812C-7970-54BA-03F7-34FFE31C447E}"/>
          </ac:spMkLst>
        </pc:spChg>
        <pc:spChg chg="mod">
          <ac:chgData name="Fortune Toni-ojiako" userId="3d05d4fc3fd47680" providerId="LiveId" clId="{CF746451-74A1-431B-BD2A-CFC580D5B058}" dt="2026-01-28T17:22:31.567" v="45" actId="20577"/>
          <ac:spMkLst>
            <pc:docMk/>
            <pc:sldMk cId="1421441263" sldId="261"/>
            <ac:spMk id="3" creationId="{FCA38070-4B8F-6043-9268-38018916647A}"/>
          </ac:spMkLst>
        </pc:spChg>
        <pc:spChg chg="add">
          <ac:chgData name="Fortune Toni-ojiako" userId="3d05d4fc3fd47680" providerId="LiveId" clId="{CF746451-74A1-431B-BD2A-CFC580D5B058}" dt="2026-01-28T17:21:15.960" v="43" actId="26606"/>
          <ac:spMkLst>
            <pc:docMk/>
            <pc:sldMk cId="1421441263" sldId="261"/>
            <ac:spMk id="10" creationId="{A65AC7D1-EAA9-48F5-B509-60A7F50BF703}"/>
          </ac:spMkLst>
        </pc:spChg>
        <pc:spChg chg="add">
          <ac:chgData name="Fortune Toni-ojiako" userId="3d05d4fc3fd47680" providerId="LiveId" clId="{CF746451-74A1-431B-BD2A-CFC580D5B058}" dt="2026-01-28T17:21:15.960" v="43" actId="26606"/>
          <ac:spMkLst>
            <pc:docMk/>
            <pc:sldMk cId="1421441263" sldId="261"/>
            <ac:spMk id="12" creationId="{D6320AF9-619A-4175-865B-5663E1AEF4C5}"/>
          </ac:spMkLst>
        </pc:spChg>
        <pc:spChg chg="add">
          <ac:chgData name="Fortune Toni-ojiako" userId="3d05d4fc3fd47680" providerId="LiveId" clId="{CF746451-74A1-431B-BD2A-CFC580D5B058}" dt="2026-01-28T17:21:15.960" v="43" actId="26606"/>
          <ac:spMkLst>
            <pc:docMk/>
            <pc:sldMk cId="1421441263" sldId="261"/>
            <ac:spMk id="18" creationId="{7E018740-5C2B-4A41-AC1A-7E68D1EC1954}"/>
          </ac:spMkLst>
        </pc:spChg>
        <pc:spChg chg="add">
          <ac:chgData name="Fortune Toni-ojiako" userId="3d05d4fc3fd47680" providerId="LiveId" clId="{CF746451-74A1-431B-BD2A-CFC580D5B058}" dt="2026-01-28T17:21:15.960" v="43" actId="26606"/>
          <ac:spMkLst>
            <pc:docMk/>
            <pc:sldMk cId="1421441263" sldId="261"/>
            <ac:spMk id="20" creationId="{166F75A4-C475-4941-8EE2-B80A06A2C1BB}"/>
          </ac:spMkLst>
        </pc:spChg>
        <pc:spChg chg="add">
          <ac:chgData name="Fortune Toni-ojiako" userId="3d05d4fc3fd47680" providerId="LiveId" clId="{CF746451-74A1-431B-BD2A-CFC580D5B058}" dt="2026-01-28T17:21:15.960" v="43" actId="26606"/>
          <ac:spMkLst>
            <pc:docMk/>
            <pc:sldMk cId="1421441263" sldId="261"/>
            <ac:spMk id="22" creationId="{A032553A-72E8-4B0D-8405-FF9771C9AF05}"/>
          </ac:spMkLst>
        </pc:spChg>
        <pc:spChg chg="add">
          <ac:chgData name="Fortune Toni-ojiako" userId="3d05d4fc3fd47680" providerId="LiveId" clId="{CF746451-74A1-431B-BD2A-CFC580D5B058}" dt="2026-01-28T17:21:15.960" v="43" actId="26606"/>
          <ac:spMkLst>
            <pc:docMk/>
            <pc:sldMk cId="1421441263" sldId="261"/>
            <ac:spMk id="24" creationId="{765800AC-C3B9-498E-87BC-29FAE4C76B21}"/>
          </ac:spMkLst>
        </pc:spChg>
        <pc:spChg chg="add">
          <ac:chgData name="Fortune Toni-ojiako" userId="3d05d4fc3fd47680" providerId="LiveId" clId="{CF746451-74A1-431B-BD2A-CFC580D5B058}" dt="2026-01-28T17:21:15.960" v="43" actId="26606"/>
          <ac:spMkLst>
            <pc:docMk/>
            <pc:sldMk cId="1421441263" sldId="261"/>
            <ac:spMk id="26" creationId="{1F9D6ACB-2FF4-49F9-978A-E0D5327FC635}"/>
          </ac:spMkLst>
        </pc:spChg>
        <pc:spChg chg="add">
          <ac:chgData name="Fortune Toni-ojiako" userId="3d05d4fc3fd47680" providerId="LiveId" clId="{CF746451-74A1-431B-BD2A-CFC580D5B058}" dt="2026-01-28T17:21:15.960" v="43" actId="26606"/>
          <ac:spMkLst>
            <pc:docMk/>
            <pc:sldMk cId="1421441263" sldId="261"/>
            <ac:spMk id="28" creationId="{A5EC319D-0FEA-4B95-A3EA-01E35672C95B}"/>
          </ac:spMkLst>
        </pc:spChg>
      </pc:sldChg>
      <pc:sldChg chg="modSp new mod">
        <pc:chgData name="Fortune Toni-ojiako" userId="3d05d4fc3fd47680" providerId="LiveId" clId="{CF746451-74A1-431B-BD2A-CFC580D5B058}" dt="2026-01-28T17:29:11.271" v="236" actId="20577"/>
        <pc:sldMkLst>
          <pc:docMk/>
          <pc:sldMk cId="2151914365" sldId="262"/>
        </pc:sldMkLst>
        <pc:spChg chg="mod">
          <ac:chgData name="Fortune Toni-ojiako" userId="3d05d4fc3fd47680" providerId="LiveId" clId="{CF746451-74A1-431B-BD2A-CFC580D5B058}" dt="2026-01-28T17:25:02.435" v="51" actId="20577"/>
          <ac:spMkLst>
            <pc:docMk/>
            <pc:sldMk cId="2151914365" sldId="262"/>
            <ac:spMk id="2" creationId="{E7BBA563-0ADC-B391-9A20-FC1EA4CAAAE6}"/>
          </ac:spMkLst>
        </pc:spChg>
        <pc:spChg chg="mod">
          <ac:chgData name="Fortune Toni-ojiako" userId="3d05d4fc3fd47680" providerId="LiveId" clId="{CF746451-74A1-431B-BD2A-CFC580D5B058}" dt="2026-01-28T17:27:39" v="142" actId="20577"/>
          <ac:spMkLst>
            <pc:docMk/>
            <pc:sldMk cId="2151914365" sldId="262"/>
            <ac:spMk id="3" creationId="{F4A2B827-37E2-2D54-88DB-F07AB8BFC65E}"/>
          </ac:spMkLst>
        </pc:spChg>
        <pc:spChg chg="mod">
          <ac:chgData name="Fortune Toni-ojiako" userId="3d05d4fc3fd47680" providerId="LiveId" clId="{CF746451-74A1-431B-BD2A-CFC580D5B058}" dt="2026-01-28T17:29:11.271" v="236" actId="20577"/>
          <ac:spMkLst>
            <pc:docMk/>
            <pc:sldMk cId="2151914365" sldId="262"/>
            <ac:spMk id="4" creationId="{54A94496-A466-7940-8DF7-74FC1401B97F}"/>
          </ac:spMkLst>
        </pc:spChg>
      </pc:sldChg>
      <pc:sldChg chg="new del">
        <pc:chgData name="Fortune Toni-ojiako" userId="3d05d4fc3fd47680" providerId="LiveId" clId="{CF746451-74A1-431B-BD2A-CFC580D5B058}" dt="2026-01-28T17:30:05.858" v="238" actId="680"/>
        <pc:sldMkLst>
          <pc:docMk/>
          <pc:sldMk cId="1723432606" sldId="263"/>
        </pc:sldMkLst>
      </pc:sldChg>
      <pc:sldChg chg="addSp delSp modSp new mod">
        <pc:chgData name="Fortune Toni-ojiako" userId="3d05d4fc3fd47680" providerId="LiveId" clId="{CF746451-74A1-431B-BD2A-CFC580D5B058}" dt="2026-01-28T17:39:18.245" v="397" actId="20577"/>
        <pc:sldMkLst>
          <pc:docMk/>
          <pc:sldMk cId="1977679722" sldId="263"/>
        </pc:sldMkLst>
        <pc:spChg chg="mod">
          <ac:chgData name="Fortune Toni-ojiako" userId="3d05d4fc3fd47680" providerId="LiveId" clId="{CF746451-74A1-431B-BD2A-CFC580D5B058}" dt="2026-01-28T17:31:38.570" v="246" actId="20577"/>
          <ac:spMkLst>
            <pc:docMk/>
            <pc:sldMk cId="1977679722" sldId="263"/>
            <ac:spMk id="2" creationId="{BD514946-4C87-A3B4-619E-A2741A351048}"/>
          </ac:spMkLst>
        </pc:spChg>
        <pc:spChg chg="mod">
          <ac:chgData name="Fortune Toni-ojiako" userId="3d05d4fc3fd47680" providerId="LiveId" clId="{CF746451-74A1-431B-BD2A-CFC580D5B058}" dt="2026-01-28T17:39:18.245" v="397" actId="20577"/>
          <ac:spMkLst>
            <pc:docMk/>
            <pc:sldMk cId="1977679722" sldId="263"/>
            <ac:spMk id="3" creationId="{63F1F5CD-CB58-4E90-F7FE-C52DFEC0BCDB}"/>
          </ac:spMkLst>
        </pc:spChg>
        <pc:spChg chg="add del mod">
          <ac:chgData name="Fortune Toni-ojiako" userId="3d05d4fc3fd47680" providerId="LiveId" clId="{CF746451-74A1-431B-BD2A-CFC580D5B058}" dt="2026-01-28T17:32:46.983" v="264" actId="478"/>
          <ac:spMkLst>
            <pc:docMk/>
            <pc:sldMk cId="1977679722" sldId="263"/>
            <ac:spMk id="4" creationId="{8F8B5CEF-F73A-9B09-544B-6A0291929014}"/>
          </ac:spMkLst>
        </pc:spChg>
      </pc:sldChg>
      <pc:sldChg chg="modSp new del mod">
        <pc:chgData name="Fortune Toni-ojiako" userId="3d05d4fc3fd47680" providerId="LiveId" clId="{CF746451-74A1-431B-BD2A-CFC580D5B058}" dt="2026-01-28T20:30:18.929" v="409" actId="2696"/>
        <pc:sldMkLst>
          <pc:docMk/>
          <pc:sldMk cId="2397555880" sldId="265"/>
        </pc:sldMkLst>
        <pc:spChg chg="mod">
          <ac:chgData name="Fortune Toni-ojiako" userId="3d05d4fc3fd47680" providerId="LiveId" clId="{CF746451-74A1-431B-BD2A-CFC580D5B058}" dt="2026-01-28T20:29:15.429" v="408" actId="20577"/>
          <ac:spMkLst>
            <pc:docMk/>
            <pc:sldMk cId="2397555880" sldId="265"/>
            <ac:spMk id="2" creationId="{F2B3F251-AB3A-722B-7651-F98C46CDB434}"/>
          </ac:spMkLst>
        </pc:spChg>
      </pc:sldChg>
      <pc:sldChg chg="modSp new mod ord">
        <pc:chgData name="Fortune Toni-ojiako" userId="3d05d4fc3fd47680" providerId="LiveId" clId="{CF746451-74A1-431B-BD2A-CFC580D5B058}" dt="2026-01-28T20:36:55.128" v="485"/>
        <pc:sldMkLst>
          <pc:docMk/>
          <pc:sldMk cId="3934588981" sldId="265"/>
        </pc:sldMkLst>
        <pc:spChg chg="mod">
          <ac:chgData name="Fortune Toni-ojiako" userId="3d05d4fc3fd47680" providerId="LiveId" clId="{CF746451-74A1-431B-BD2A-CFC580D5B058}" dt="2026-01-28T20:34:21.362" v="420" actId="20577"/>
          <ac:spMkLst>
            <pc:docMk/>
            <pc:sldMk cId="3934588981" sldId="265"/>
            <ac:spMk id="2" creationId="{6F2BA8EE-AD83-9CB6-F479-B31449F8C594}"/>
          </ac:spMkLst>
        </pc:spChg>
        <pc:spChg chg="mod">
          <ac:chgData name="Fortune Toni-ojiako" userId="3d05d4fc3fd47680" providerId="LiveId" clId="{CF746451-74A1-431B-BD2A-CFC580D5B058}" dt="2026-01-28T20:35:07.850" v="483" actId="20577"/>
          <ac:spMkLst>
            <pc:docMk/>
            <pc:sldMk cId="3934588981" sldId="265"/>
            <ac:spMk id="3" creationId="{93F8D36C-3802-855A-F577-0D70B6BD0B34}"/>
          </ac:spMkLst>
        </pc:spChg>
      </pc:sldChg>
      <pc:sldChg chg="addSp delSp modSp new mod ord setBg">
        <pc:chgData name="Fortune Toni-ojiako" userId="3d05d4fc3fd47680" providerId="LiveId" clId="{CF746451-74A1-431B-BD2A-CFC580D5B058}" dt="2026-01-28T21:00:30.589" v="505" actId="20577"/>
        <pc:sldMkLst>
          <pc:docMk/>
          <pc:sldMk cId="1744694499" sldId="266"/>
        </pc:sldMkLst>
        <pc:spChg chg="mod">
          <ac:chgData name="Fortune Toni-ojiako" userId="3d05d4fc3fd47680" providerId="LiveId" clId="{CF746451-74A1-431B-BD2A-CFC580D5B058}" dt="2026-01-28T21:00:30.589" v="505" actId="20577"/>
          <ac:spMkLst>
            <pc:docMk/>
            <pc:sldMk cId="1744694499" sldId="266"/>
            <ac:spMk id="2" creationId="{BF730E88-5AAF-B37B-9356-DF5BB406BF94}"/>
          </ac:spMkLst>
        </pc:spChg>
        <pc:spChg chg="del">
          <ac:chgData name="Fortune Toni-ojiako" userId="3d05d4fc3fd47680" providerId="LiveId" clId="{CF746451-74A1-431B-BD2A-CFC580D5B058}" dt="2026-01-28T21:00:08.377" v="504" actId="26606"/>
          <ac:spMkLst>
            <pc:docMk/>
            <pc:sldMk cId="1744694499" sldId="266"/>
            <ac:spMk id="3" creationId="{9FF57105-76AC-EC03-32E9-24A7EB938CA8}"/>
          </ac:spMkLst>
        </pc:spChg>
        <pc:spChg chg="add">
          <ac:chgData name="Fortune Toni-ojiako" userId="3d05d4fc3fd47680" providerId="LiveId" clId="{CF746451-74A1-431B-BD2A-CFC580D5B058}" dt="2026-01-28T21:00:08.377" v="504" actId="26606"/>
          <ac:spMkLst>
            <pc:docMk/>
            <pc:sldMk cId="1744694499" sldId="266"/>
            <ac:spMk id="22" creationId="{5A7802B6-FF37-40CF-A7E2-6F2A0D9A91EF}"/>
          </ac:spMkLst>
        </pc:spChg>
        <pc:grpChg chg="add">
          <ac:chgData name="Fortune Toni-ojiako" userId="3d05d4fc3fd47680" providerId="LiveId" clId="{CF746451-74A1-431B-BD2A-CFC580D5B058}" dt="2026-01-28T21:00:08.377" v="504" actId="26606"/>
          <ac:grpSpMkLst>
            <pc:docMk/>
            <pc:sldMk cId="1744694499" sldId="266"/>
            <ac:grpSpMk id="10" creationId="{B4DE830A-B531-4A3B-96F6-0ECE88B08555}"/>
          </ac:grpSpMkLst>
        </pc:grpChg>
        <pc:picChg chg="add">
          <ac:chgData name="Fortune Toni-ojiako" userId="3d05d4fc3fd47680" providerId="LiveId" clId="{CF746451-74A1-431B-BD2A-CFC580D5B058}" dt="2026-01-28T21:00:08.377" v="504" actId="26606"/>
          <ac:picMkLst>
            <pc:docMk/>
            <pc:sldMk cId="1744694499" sldId="266"/>
            <ac:picMk id="7" creationId="{48E847A1-C51A-F65D-C4DB-BB07AF095F68}"/>
          </ac:picMkLst>
        </pc:picChg>
      </pc:sldChg>
    </pc:docChg>
  </pc:docChgLst>
  <pc:docChgLst>
    <pc:chgData name="Guest User" providerId="Windows Live" clId="Web-{4CCB0CFC-7394-14E0-EACF-90143D88B1F1}"/>
    <pc:docChg chg="addSld modSld sldOrd">
      <pc:chgData name="Guest User" userId="" providerId="Windows Live" clId="Web-{4CCB0CFC-7394-14E0-EACF-90143D88B1F1}" dt="2026-01-28T18:36:52.550" v="595" actId="20577"/>
      <pc:docMkLst>
        <pc:docMk/>
      </pc:docMkLst>
      <pc:sldChg chg="modSp">
        <pc:chgData name="Guest User" userId="" providerId="Windows Live" clId="Web-{4CCB0CFC-7394-14E0-EACF-90143D88B1F1}" dt="2026-01-28T17:30:42.471" v="31" actId="20577"/>
        <pc:sldMkLst>
          <pc:docMk/>
          <pc:sldMk cId="221224691" sldId="257"/>
        </pc:sldMkLst>
        <pc:spChg chg="mod">
          <ac:chgData name="Guest User" userId="" providerId="Windows Live" clId="Web-{4CCB0CFC-7394-14E0-EACF-90143D88B1F1}" dt="2026-01-28T17:30:42.471" v="31" actId="20577"/>
          <ac:spMkLst>
            <pc:docMk/>
            <pc:sldMk cId="221224691" sldId="257"/>
            <ac:spMk id="3" creationId="{3A637518-7707-2858-61F3-DA378B82C41A}"/>
          </ac:spMkLst>
        </pc:spChg>
      </pc:sldChg>
      <pc:sldChg chg="modSp ord">
        <pc:chgData name="Guest User" userId="" providerId="Windows Live" clId="Web-{4CCB0CFC-7394-14E0-EACF-90143D88B1F1}" dt="2026-01-28T18:22:43.162" v="260"/>
        <pc:sldMkLst>
          <pc:docMk/>
          <pc:sldMk cId="1750852609" sldId="258"/>
        </pc:sldMkLst>
        <pc:spChg chg="mod">
          <ac:chgData name="Guest User" userId="" providerId="Windows Live" clId="Web-{4CCB0CFC-7394-14E0-EACF-90143D88B1F1}" dt="2026-01-28T17:52:55.007" v="222" actId="20577"/>
          <ac:spMkLst>
            <pc:docMk/>
            <pc:sldMk cId="1750852609" sldId="258"/>
            <ac:spMk id="3" creationId="{C59089B3-B4B4-2A42-BC21-193DE17F5AFC}"/>
          </ac:spMkLst>
        </pc:spChg>
      </pc:sldChg>
      <pc:sldChg chg="modSp ord">
        <pc:chgData name="Guest User" userId="" providerId="Windows Live" clId="Web-{4CCB0CFC-7394-14E0-EACF-90143D88B1F1}" dt="2026-01-28T18:19:49.799" v="259"/>
        <pc:sldMkLst>
          <pc:docMk/>
          <pc:sldMk cId="1401301646" sldId="259"/>
        </pc:sldMkLst>
        <pc:spChg chg="mod">
          <ac:chgData name="Guest User" userId="" providerId="Windows Live" clId="Web-{4CCB0CFC-7394-14E0-EACF-90143D88B1F1}" dt="2026-01-28T17:36:01.116" v="193" actId="20577"/>
          <ac:spMkLst>
            <pc:docMk/>
            <pc:sldMk cId="1401301646" sldId="259"/>
            <ac:spMk id="3" creationId="{79EB4F08-AFEE-926B-DF68-6CE2EC7AD816}"/>
          </ac:spMkLst>
        </pc:spChg>
      </pc:sldChg>
      <pc:sldChg chg="modSp">
        <pc:chgData name="Guest User" userId="" providerId="Windows Live" clId="Web-{4CCB0CFC-7394-14E0-EACF-90143D88B1F1}" dt="2026-01-28T18:26:10.915" v="320" actId="20577"/>
        <pc:sldMkLst>
          <pc:docMk/>
          <pc:sldMk cId="2479558569" sldId="260"/>
        </pc:sldMkLst>
        <pc:spChg chg="mod">
          <ac:chgData name="Guest User" userId="" providerId="Windows Live" clId="Web-{4CCB0CFC-7394-14E0-EACF-90143D88B1F1}" dt="2026-01-28T18:26:10.915" v="320" actId="20577"/>
          <ac:spMkLst>
            <pc:docMk/>
            <pc:sldMk cId="2479558569" sldId="260"/>
            <ac:spMk id="3" creationId="{E1A4178B-5304-B67C-DA4E-11436C541F42}"/>
          </ac:spMkLst>
        </pc:spChg>
      </pc:sldChg>
      <pc:sldChg chg="modSp">
        <pc:chgData name="Guest User" userId="" providerId="Windows Live" clId="Web-{4CCB0CFC-7394-14E0-EACF-90143D88B1F1}" dt="2026-01-28T18:06:19.709" v="256" actId="20577"/>
        <pc:sldMkLst>
          <pc:docMk/>
          <pc:sldMk cId="1421441263" sldId="261"/>
        </pc:sldMkLst>
        <pc:spChg chg="mod">
          <ac:chgData name="Guest User" userId="" providerId="Windows Live" clId="Web-{4CCB0CFC-7394-14E0-EACF-90143D88B1F1}" dt="2026-01-28T18:06:19.709" v="256" actId="20577"/>
          <ac:spMkLst>
            <pc:docMk/>
            <pc:sldMk cId="1421441263" sldId="261"/>
            <ac:spMk id="3" creationId="{FCA38070-4B8F-6043-9268-38018916647A}"/>
          </ac:spMkLst>
        </pc:spChg>
      </pc:sldChg>
      <pc:sldChg chg="modSp ord">
        <pc:chgData name="Guest User" userId="" providerId="Windows Live" clId="Web-{4CCB0CFC-7394-14E0-EACF-90143D88B1F1}" dt="2026-01-28T18:07:43.022" v="257"/>
        <pc:sldMkLst>
          <pc:docMk/>
          <pc:sldMk cId="2151914365" sldId="262"/>
        </pc:sldMkLst>
        <pc:spChg chg="mod">
          <ac:chgData name="Guest User" userId="" providerId="Windows Live" clId="Web-{4CCB0CFC-7394-14E0-EACF-90143D88B1F1}" dt="2026-01-28T17:59:39.557" v="247" actId="20577"/>
          <ac:spMkLst>
            <pc:docMk/>
            <pc:sldMk cId="2151914365" sldId="262"/>
            <ac:spMk id="3" creationId="{F4A2B827-37E2-2D54-88DB-F07AB8BFC65E}"/>
          </ac:spMkLst>
        </pc:spChg>
        <pc:spChg chg="mod">
          <ac:chgData name="Guest User" userId="" providerId="Windows Live" clId="Web-{4CCB0CFC-7394-14E0-EACF-90143D88B1F1}" dt="2026-01-28T17:55:28.993" v="235" actId="20577"/>
          <ac:spMkLst>
            <pc:docMk/>
            <pc:sldMk cId="2151914365" sldId="262"/>
            <ac:spMk id="4" creationId="{54A94496-A466-7940-8DF7-74FC1401B97F}"/>
          </ac:spMkLst>
        </pc:spChg>
      </pc:sldChg>
      <pc:sldChg chg="ord">
        <pc:chgData name="Guest User" userId="" providerId="Windows Live" clId="Web-{4CCB0CFC-7394-14E0-EACF-90143D88B1F1}" dt="2026-01-28T18:07:46.397" v="258"/>
        <pc:sldMkLst>
          <pc:docMk/>
          <pc:sldMk cId="1977679722" sldId="263"/>
        </pc:sldMkLst>
      </pc:sldChg>
      <pc:sldChg chg="modSp add replId">
        <pc:chgData name="Guest User" userId="" providerId="Windows Live" clId="Web-{4CCB0CFC-7394-14E0-EACF-90143D88B1F1}" dt="2026-01-28T18:36:52.550" v="595" actId="20577"/>
        <pc:sldMkLst>
          <pc:docMk/>
          <pc:sldMk cId="1349021638" sldId="264"/>
        </pc:sldMkLst>
        <pc:spChg chg="mod">
          <ac:chgData name="Guest User" userId="" providerId="Windows Live" clId="Web-{4CCB0CFC-7394-14E0-EACF-90143D88B1F1}" dt="2026-01-28T18:28:26.932" v="328" actId="20577"/>
          <ac:spMkLst>
            <pc:docMk/>
            <pc:sldMk cId="1349021638" sldId="264"/>
            <ac:spMk id="2" creationId="{AC064366-F958-FA57-DB3B-2CAA11EFBC83}"/>
          </ac:spMkLst>
        </pc:spChg>
        <pc:spChg chg="mod">
          <ac:chgData name="Guest User" userId="" providerId="Windows Live" clId="Web-{4CCB0CFC-7394-14E0-EACF-90143D88B1F1}" dt="2026-01-28T18:36:52.550" v="595" actId="20577"/>
          <ac:spMkLst>
            <pc:docMk/>
            <pc:sldMk cId="1349021638" sldId="264"/>
            <ac:spMk id="3" creationId="{09860D13-FED4-7DC7-BE86-1761F9684F61}"/>
          </ac:spMkLst>
        </pc:spChg>
      </pc:sldChg>
    </pc:docChg>
  </pc:docChgLst>
  <pc:docChgLst>
    <pc:chgData name="Guest User" providerId="Windows Live" clId="Web-{FCA2EF32-BC67-B98E-0D7A-4B12B3DDC41E}"/>
    <pc:docChg chg="modSld">
      <pc:chgData name="Guest User" userId="" providerId="Windows Live" clId="Web-{FCA2EF32-BC67-B98E-0D7A-4B12B3DDC41E}" dt="2026-01-28T17:17:14.181" v="1" actId="20577"/>
      <pc:docMkLst>
        <pc:docMk/>
      </pc:docMkLst>
      <pc:sldChg chg="modSp">
        <pc:chgData name="Guest User" userId="" providerId="Windows Live" clId="Web-{FCA2EF32-BC67-B98E-0D7A-4B12B3DDC41E}" dt="2026-01-28T17:17:14.181" v="1" actId="20577"/>
        <pc:sldMkLst>
          <pc:docMk/>
          <pc:sldMk cId="2479558569" sldId="260"/>
        </pc:sldMkLst>
        <pc:spChg chg="mod">
          <ac:chgData name="Guest User" userId="" providerId="Windows Live" clId="Web-{FCA2EF32-BC67-B98E-0D7A-4B12B3DDC41E}" dt="2026-01-28T17:17:14.181" v="1" actId="20577"/>
          <ac:spMkLst>
            <pc:docMk/>
            <pc:sldMk cId="2479558569" sldId="260"/>
            <ac:spMk id="3" creationId="{E1A4178B-5304-B67C-DA4E-11436C541F42}"/>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D03A19C-C79C-473E-815E-A5A6DE5106E7}"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69B228-51CD-450F-A9FF-D75C7002A008}" type="slidenum">
              <a:rPr lang="en-US" smtClean="0"/>
              <a:t>‹#›</a:t>
            </a:fld>
            <a:endParaRPr lang="en-US"/>
          </a:p>
        </p:txBody>
      </p:sp>
    </p:spTree>
    <p:extLst>
      <p:ext uri="{BB962C8B-B14F-4D97-AF65-F5344CB8AC3E}">
        <p14:creationId xmlns:p14="http://schemas.microsoft.com/office/powerpoint/2010/main" val="13154204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03A19C-C79C-473E-815E-A5A6DE5106E7}"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69B228-51CD-450F-A9FF-D75C7002A008}" type="slidenum">
              <a:rPr lang="en-US" smtClean="0"/>
              <a:t>‹#›</a:t>
            </a:fld>
            <a:endParaRPr lang="en-US"/>
          </a:p>
        </p:txBody>
      </p:sp>
    </p:spTree>
    <p:extLst>
      <p:ext uri="{BB962C8B-B14F-4D97-AF65-F5344CB8AC3E}">
        <p14:creationId xmlns:p14="http://schemas.microsoft.com/office/powerpoint/2010/main" val="73624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03A19C-C79C-473E-815E-A5A6DE5106E7}"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69B228-51CD-450F-A9FF-D75C7002A008}" type="slidenum">
              <a:rPr lang="en-US" smtClean="0"/>
              <a:t>‹#›</a:t>
            </a:fld>
            <a:endParaRPr lang="en-US"/>
          </a:p>
        </p:txBody>
      </p:sp>
    </p:spTree>
    <p:extLst>
      <p:ext uri="{BB962C8B-B14F-4D97-AF65-F5344CB8AC3E}">
        <p14:creationId xmlns:p14="http://schemas.microsoft.com/office/powerpoint/2010/main" val="108535182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D03A19C-C79C-473E-815E-A5A6DE5106E7}"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69B228-51CD-450F-A9FF-D75C7002A008}" type="slidenum">
              <a:rPr lang="en-US" smtClean="0"/>
              <a:t>‹#›</a:t>
            </a:fld>
            <a:endParaRPr lang="en-US"/>
          </a:p>
        </p:txBody>
      </p:sp>
    </p:spTree>
    <p:extLst>
      <p:ext uri="{BB962C8B-B14F-4D97-AF65-F5344CB8AC3E}">
        <p14:creationId xmlns:p14="http://schemas.microsoft.com/office/powerpoint/2010/main" val="60753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D03A19C-C79C-473E-815E-A5A6DE5106E7}" type="datetimeFigureOut">
              <a:rPr lang="en-US" smtClean="0"/>
              <a:t>1/28/2026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C69B228-51CD-450F-A9FF-D75C7002A008}" type="slidenum">
              <a:rPr lang="en-US" smtClean="0"/>
              <a:t>‹#›</a:t>
            </a:fld>
            <a:endParaRPr lang="en-US"/>
          </a:p>
        </p:txBody>
      </p:sp>
    </p:spTree>
    <p:extLst>
      <p:ext uri="{BB962C8B-B14F-4D97-AF65-F5344CB8AC3E}">
        <p14:creationId xmlns:p14="http://schemas.microsoft.com/office/powerpoint/2010/main" val="1859847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03A19C-C79C-473E-815E-A5A6DE5106E7}" type="datetimeFigureOut">
              <a:rPr lang="en-US" smtClean="0"/>
              <a:t>1/28/2026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C69B228-51CD-450F-A9FF-D75C7002A008}" type="slidenum">
              <a:rPr lang="en-US" smtClean="0"/>
              <a:t>‹#›</a:t>
            </a:fld>
            <a:endParaRPr lang="en-US"/>
          </a:p>
        </p:txBody>
      </p:sp>
    </p:spTree>
    <p:extLst>
      <p:ext uri="{BB962C8B-B14F-4D97-AF65-F5344CB8AC3E}">
        <p14:creationId xmlns:p14="http://schemas.microsoft.com/office/powerpoint/2010/main" val="26946050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03A19C-C79C-473E-815E-A5A6DE5106E7}" type="datetimeFigureOut">
              <a:rPr lang="en-US" smtClean="0"/>
              <a:t>1/28/2026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C69B228-51CD-450F-A9FF-D75C7002A008}" type="slidenum">
              <a:rPr lang="en-US" smtClean="0"/>
              <a:t>‹#›</a:t>
            </a:fld>
            <a:endParaRPr lang="en-US"/>
          </a:p>
        </p:txBody>
      </p:sp>
    </p:spTree>
    <p:extLst>
      <p:ext uri="{BB962C8B-B14F-4D97-AF65-F5344CB8AC3E}">
        <p14:creationId xmlns:p14="http://schemas.microsoft.com/office/powerpoint/2010/main" val="12056409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03A19C-C79C-473E-815E-A5A6DE5106E7}"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69B228-51CD-450F-A9FF-D75C7002A008}" type="slidenum">
              <a:rPr lang="en-US" smtClean="0"/>
              <a:t>‹#›</a:t>
            </a:fld>
            <a:endParaRPr lang="en-US"/>
          </a:p>
        </p:txBody>
      </p:sp>
    </p:spTree>
    <p:extLst>
      <p:ext uri="{BB962C8B-B14F-4D97-AF65-F5344CB8AC3E}">
        <p14:creationId xmlns:p14="http://schemas.microsoft.com/office/powerpoint/2010/main" val="1554121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D03A19C-C79C-473E-815E-A5A6DE5106E7}" type="datetimeFigureOut">
              <a:rPr lang="en-US" smtClean="0"/>
              <a:t>1/28/2026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C69B228-51CD-450F-A9FF-D75C7002A008}" type="slidenum">
              <a:rPr lang="en-US" smtClean="0"/>
              <a:t>‹#›</a:t>
            </a:fld>
            <a:endParaRPr lang="en-US"/>
          </a:p>
        </p:txBody>
      </p:sp>
    </p:spTree>
    <p:extLst>
      <p:ext uri="{BB962C8B-B14F-4D97-AF65-F5344CB8AC3E}">
        <p14:creationId xmlns:p14="http://schemas.microsoft.com/office/powerpoint/2010/main" val="32208167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03A19C-C79C-473E-815E-A5A6DE5106E7}"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69B228-51CD-450F-A9FF-D75C7002A008}" type="slidenum">
              <a:rPr lang="en-US" smtClean="0"/>
              <a:t>‹#›</a:t>
            </a:fld>
            <a:endParaRPr lang="en-US"/>
          </a:p>
        </p:txBody>
      </p:sp>
    </p:spTree>
    <p:extLst>
      <p:ext uri="{BB962C8B-B14F-4D97-AF65-F5344CB8AC3E}">
        <p14:creationId xmlns:p14="http://schemas.microsoft.com/office/powerpoint/2010/main" val="10277335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03A19C-C79C-473E-815E-A5A6DE5106E7}"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69B228-51CD-450F-A9FF-D75C7002A008}"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a:rPr>
              <a:t>”</a:t>
            </a:r>
            <a:endParaRPr lang="en-US">
              <a:solidFill>
                <a:schemeClr val="accent1">
                  <a:lumMod val="60000"/>
                  <a:lumOff val="40000"/>
                </a:schemeClr>
              </a:solidFill>
              <a:latin typeface="Arial"/>
            </a:endParaRPr>
          </a:p>
        </p:txBody>
      </p:sp>
    </p:spTree>
    <p:extLst>
      <p:ext uri="{BB962C8B-B14F-4D97-AF65-F5344CB8AC3E}">
        <p14:creationId xmlns:p14="http://schemas.microsoft.com/office/powerpoint/2010/main" val="14989909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03A19C-C79C-473E-815E-A5A6DE5106E7}"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69B228-51CD-450F-A9FF-D75C7002A008}" type="slidenum">
              <a:rPr lang="en-US" smtClean="0"/>
              <a:t>‹#›</a:t>
            </a:fld>
            <a:endParaRPr lang="en-US"/>
          </a:p>
        </p:txBody>
      </p:sp>
    </p:spTree>
    <p:extLst>
      <p:ext uri="{BB962C8B-B14F-4D97-AF65-F5344CB8AC3E}">
        <p14:creationId xmlns:p14="http://schemas.microsoft.com/office/powerpoint/2010/main" val="28240969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03A19C-C79C-473E-815E-A5A6DE5106E7}"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69B228-51CD-450F-A9FF-D75C7002A008}"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4217579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D03A19C-C79C-473E-815E-A5A6DE5106E7}"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69B228-51CD-450F-A9FF-D75C7002A008}" type="slidenum">
              <a:rPr lang="en-US" smtClean="0"/>
              <a:t>‹#›</a:t>
            </a:fld>
            <a:endParaRPr lang="en-US"/>
          </a:p>
        </p:txBody>
      </p:sp>
    </p:spTree>
    <p:extLst>
      <p:ext uri="{BB962C8B-B14F-4D97-AF65-F5344CB8AC3E}">
        <p14:creationId xmlns:p14="http://schemas.microsoft.com/office/powerpoint/2010/main" val="332203373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03A19C-C79C-473E-815E-A5A6DE5106E7}"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69B228-51CD-450F-A9FF-D75C7002A008}" type="slidenum">
              <a:rPr lang="en-US" smtClean="0"/>
              <a:t>‹#›</a:t>
            </a:fld>
            <a:endParaRPr lang="en-US"/>
          </a:p>
        </p:txBody>
      </p:sp>
    </p:spTree>
    <p:extLst>
      <p:ext uri="{BB962C8B-B14F-4D97-AF65-F5344CB8AC3E}">
        <p14:creationId xmlns:p14="http://schemas.microsoft.com/office/powerpoint/2010/main" val="38029803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03A19C-C79C-473E-815E-A5A6DE5106E7}" type="datetimeFigureOut">
              <a:rPr lang="en-US" smtClean="0"/>
              <a:t>1/28/2026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C69B228-51CD-450F-A9FF-D75C7002A008}" type="slidenum">
              <a:rPr lang="en-US" smtClean="0"/>
              <a:t>‹#›</a:t>
            </a:fld>
            <a:endParaRPr lang="en-US"/>
          </a:p>
        </p:txBody>
      </p:sp>
    </p:spTree>
    <p:extLst>
      <p:ext uri="{BB962C8B-B14F-4D97-AF65-F5344CB8AC3E}">
        <p14:creationId xmlns:p14="http://schemas.microsoft.com/office/powerpoint/2010/main" val="38993058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5D03A19C-C79C-473E-815E-A5A6DE5106E7}" type="datetimeFigureOut">
              <a:rPr lang="en-US" smtClean="0"/>
              <a:t>1/28/2026</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7C69B228-51CD-450F-A9FF-D75C7002A008}" type="slidenum">
              <a:rPr lang="en-US" smtClean="0"/>
              <a:t>‹#›</a:t>
            </a:fld>
            <a:endParaRPr lang="en-US"/>
          </a:p>
        </p:txBody>
      </p:sp>
    </p:spTree>
    <p:extLst>
      <p:ext uri="{BB962C8B-B14F-4D97-AF65-F5344CB8AC3E}">
        <p14:creationId xmlns:p14="http://schemas.microsoft.com/office/powerpoint/2010/main" val="16526100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91104-8B2E-7100-A0E8-6CF5AA3320C9}"/>
              </a:ext>
            </a:extLst>
          </p:cNvPr>
          <p:cNvSpPr>
            <a:spLocks noGrp="1"/>
          </p:cNvSpPr>
          <p:nvPr>
            <p:ph type="ctrTitle"/>
          </p:nvPr>
        </p:nvSpPr>
        <p:spPr/>
        <p:txBody>
          <a:bodyPr/>
          <a:lstStyle/>
          <a:p>
            <a:pPr algn="ctr"/>
            <a:r>
              <a:rPr lang="en-US"/>
              <a:t>TRADE MY SKILLS</a:t>
            </a:r>
          </a:p>
        </p:txBody>
      </p:sp>
      <p:sp>
        <p:nvSpPr>
          <p:cNvPr id="3" name="Subtitle 2">
            <a:extLst>
              <a:ext uri="{FF2B5EF4-FFF2-40B4-BE49-F238E27FC236}">
                <a16:creationId xmlns:a16="http://schemas.microsoft.com/office/drawing/2014/main" id="{C7D3FCC1-3E3A-2E17-9A99-F59D36EF547A}"/>
              </a:ext>
            </a:extLst>
          </p:cNvPr>
          <p:cNvSpPr>
            <a:spLocks noGrp="1"/>
          </p:cNvSpPr>
          <p:nvPr>
            <p:ph type="subTitle" idx="1"/>
          </p:nvPr>
        </p:nvSpPr>
        <p:spPr/>
        <p:txBody>
          <a:bodyPr>
            <a:normAutofit lnSpcReduction="10000"/>
          </a:bodyPr>
          <a:lstStyle/>
          <a:p>
            <a:pPr algn="ctr"/>
            <a:r>
              <a:rPr lang="en-US"/>
              <a:t>A social site for sharing skills</a:t>
            </a:r>
          </a:p>
          <a:p>
            <a:pPr algn="ctr"/>
            <a:r>
              <a:rPr lang="en-US"/>
              <a:t>BY</a:t>
            </a:r>
          </a:p>
          <a:p>
            <a:pPr algn="ctr"/>
            <a:r>
              <a:rPr lang="en-US"/>
              <a:t>GROUP D</a:t>
            </a:r>
          </a:p>
        </p:txBody>
      </p:sp>
    </p:spTree>
    <p:extLst>
      <p:ext uri="{BB962C8B-B14F-4D97-AF65-F5344CB8AC3E}">
        <p14:creationId xmlns:p14="http://schemas.microsoft.com/office/powerpoint/2010/main" val="13375469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8" name="Straight Connector 7">
            <a:extLst>
              <a:ext uri="{FF2B5EF4-FFF2-40B4-BE49-F238E27FC236}">
                <a16:creationId xmlns:a16="http://schemas.microsoft.com/office/drawing/2014/main" id="{0B5F7E3B-C5F1-40E0-A491-558BAFBC112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241804" y="1460500"/>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23C344F1-D2E1-4FD2-47D2-11B44D7C6EFC}"/>
              </a:ext>
            </a:extLst>
          </p:cNvPr>
          <p:cNvSpPr>
            <a:spLocks noGrp="1"/>
          </p:cNvSpPr>
          <p:nvPr>
            <p:ph type="title"/>
          </p:nvPr>
        </p:nvSpPr>
        <p:spPr>
          <a:xfrm>
            <a:off x="643467" y="816638"/>
            <a:ext cx="3367359" cy="5224724"/>
          </a:xfrm>
        </p:spPr>
        <p:txBody>
          <a:bodyPr anchor="ctr">
            <a:normAutofit/>
          </a:bodyPr>
          <a:lstStyle/>
          <a:p>
            <a:r>
              <a:rPr lang="en-US"/>
              <a:t>GROUP D</a:t>
            </a:r>
          </a:p>
        </p:txBody>
      </p:sp>
      <p:sp>
        <p:nvSpPr>
          <p:cNvPr id="3" name="Content Placeholder 2">
            <a:extLst>
              <a:ext uri="{FF2B5EF4-FFF2-40B4-BE49-F238E27FC236}">
                <a16:creationId xmlns:a16="http://schemas.microsoft.com/office/drawing/2014/main" id="{3A637518-7707-2858-61F3-DA378B82C41A}"/>
              </a:ext>
            </a:extLst>
          </p:cNvPr>
          <p:cNvSpPr>
            <a:spLocks noGrp="1"/>
          </p:cNvSpPr>
          <p:nvPr>
            <p:ph idx="1"/>
          </p:nvPr>
        </p:nvSpPr>
        <p:spPr>
          <a:xfrm>
            <a:off x="4654295" y="816638"/>
            <a:ext cx="4619706" cy="5224724"/>
          </a:xfrm>
        </p:spPr>
        <p:txBody>
          <a:bodyPr anchor="ctr">
            <a:normAutofit/>
          </a:bodyPr>
          <a:lstStyle/>
          <a:p>
            <a:r>
              <a:rPr lang="en-US"/>
              <a:t>FORTUNE TONI-OJIAKO</a:t>
            </a:r>
          </a:p>
          <a:p>
            <a:r>
              <a:rPr lang="en-US"/>
              <a:t>ALDAN HENRY</a:t>
            </a:r>
          </a:p>
          <a:p>
            <a:r>
              <a:rPr lang="en-US"/>
              <a:t>PARSA MOZOUNI</a:t>
            </a:r>
          </a:p>
          <a:p>
            <a:r>
              <a:rPr lang="en-US"/>
              <a:t>FAIRUZ NAWAR</a:t>
            </a:r>
          </a:p>
        </p:txBody>
      </p:sp>
    </p:spTree>
    <p:extLst>
      <p:ext uri="{BB962C8B-B14F-4D97-AF65-F5344CB8AC3E}">
        <p14:creationId xmlns:p14="http://schemas.microsoft.com/office/powerpoint/2010/main" val="221224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8"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3425"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Isosceles Triangle 25">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2758"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Freeform: Shape 27">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F49C2A6-4536-C8D7-B076-4434ADB47794}"/>
              </a:ext>
            </a:extLst>
          </p:cNvPr>
          <p:cNvSpPr>
            <a:spLocks noGrp="1"/>
          </p:cNvSpPr>
          <p:nvPr>
            <p:ph type="title"/>
          </p:nvPr>
        </p:nvSpPr>
        <p:spPr>
          <a:xfrm>
            <a:off x="7181723" y="609600"/>
            <a:ext cx="4512989" cy="2227730"/>
          </a:xfrm>
        </p:spPr>
        <p:txBody>
          <a:bodyPr anchor="ctr">
            <a:normAutofit/>
          </a:bodyPr>
          <a:lstStyle/>
          <a:p>
            <a:pPr>
              <a:lnSpc>
                <a:spcPct val="90000"/>
              </a:lnSpc>
            </a:pPr>
            <a:r>
              <a:rPr lang="en-US" sz="2800">
                <a:solidFill>
                  <a:srgbClr val="FFFFFF"/>
                </a:solidFill>
              </a:rPr>
              <a:t>Learning a skill is harder than ever because there is too much scattered information. Beginners don’t know:</a:t>
            </a:r>
          </a:p>
        </p:txBody>
      </p:sp>
      <p:pic>
        <p:nvPicPr>
          <p:cNvPr id="7" name="Graphic 6" descr="Classroom">
            <a:extLst>
              <a:ext uri="{FF2B5EF4-FFF2-40B4-BE49-F238E27FC236}">
                <a16:creationId xmlns:a16="http://schemas.microsoft.com/office/drawing/2014/main" id="{2D658199-7881-CC47-5647-53E560E77D2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7251" y="1545062"/>
            <a:ext cx="3856774" cy="3856774"/>
          </a:xfrm>
          <a:prstGeom prst="rect">
            <a:avLst/>
          </a:prstGeom>
        </p:spPr>
      </p:pic>
      <p:sp>
        <p:nvSpPr>
          <p:cNvPr id="3" name="Content Placeholder 2">
            <a:extLst>
              <a:ext uri="{FF2B5EF4-FFF2-40B4-BE49-F238E27FC236}">
                <a16:creationId xmlns:a16="http://schemas.microsoft.com/office/drawing/2014/main" id="{C59089B3-B4B4-2A42-BC21-193DE17F5AFC}"/>
              </a:ext>
            </a:extLst>
          </p:cNvPr>
          <p:cNvSpPr>
            <a:spLocks noGrp="1"/>
          </p:cNvSpPr>
          <p:nvPr>
            <p:ph idx="1"/>
          </p:nvPr>
        </p:nvSpPr>
        <p:spPr>
          <a:xfrm>
            <a:off x="7181725" y="2837329"/>
            <a:ext cx="4512988" cy="3317938"/>
          </a:xfrm>
        </p:spPr>
        <p:txBody>
          <a:bodyPr anchor="t">
            <a:normAutofit/>
          </a:bodyPr>
          <a:lstStyle/>
          <a:p>
            <a:r>
              <a:rPr lang="en-US">
                <a:solidFill>
                  <a:srgbClr val="FFFFFF"/>
                </a:solidFill>
              </a:rPr>
              <a:t>Where to start</a:t>
            </a:r>
          </a:p>
          <a:p>
            <a:r>
              <a:rPr lang="en-US">
                <a:solidFill>
                  <a:srgbClr val="FFFFFF"/>
                </a:solidFill>
              </a:rPr>
              <a:t>Who to ask for help</a:t>
            </a:r>
          </a:p>
          <a:p>
            <a:pPr marL="0" indent="0">
              <a:buNone/>
            </a:pPr>
            <a:endParaRPr lang="en-US">
              <a:solidFill>
                <a:srgbClr val="FFFFFF"/>
              </a:solidFill>
            </a:endParaRPr>
          </a:p>
          <a:p>
            <a:r>
              <a:rPr lang="en-US">
                <a:solidFill>
                  <a:srgbClr val="FFFFFF"/>
                </a:solidFill>
              </a:rPr>
              <a:t>Most platforms are:</a:t>
            </a:r>
          </a:p>
          <a:p>
            <a:pPr>
              <a:buFont typeface="+mj-lt"/>
              <a:buAutoNum type="arabicPeriod"/>
            </a:pPr>
            <a:r>
              <a:rPr lang="en-US">
                <a:solidFill>
                  <a:srgbClr val="FFFFFF"/>
                </a:solidFill>
              </a:rPr>
              <a:t>Too expensive</a:t>
            </a:r>
          </a:p>
          <a:p>
            <a:pPr>
              <a:buFont typeface="+mj-lt"/>
              <a:buAutoNum type="arabicPeriod"/>
            </a:pPr>
            <a:r>
              <a:rPr lang="en-US">
                <a:solidFill>
                  <a:srgbClr val="FFFFFF"/>
                </a:solidFill>
              </a:rPr>
              <a:t>Too advanced</a:t>
            </a:r>
          </a:p>
          <a:p>
            <a:pPr>
              <a:buAutoNum type="arabicPeriod"/>
            </a:pPr>
            <a:r>
              <a:rPr lang="en-US">
                <a:solidFill>
                  <a:srgbClr val="FFFFFF"/>
                </a:solidFill>
              </a:rPr>
              <a:t>Don't provide assistance</a:t>
            </a:r>
          </a:p>
          <a:p>
            <a:pPr marL="0" indent="0">
              <a:buNone/>
            </a:pPr>
            <a:endParaRPr lang="en-US">
              <a:solidFill>
                <a:srgbClr val="FFFFFF"/>
              </a:solidFill>
            </a:endParaRPr>
          </a:p>
        </p:txBody>
      </p:sp>
    </p:spTree>
    <p:extLst>
      <p:ext uri="{BB962C8B-B14F-4D97-AF65-F5344CB8AC3E}">
        <p14:creationId xmlns:p14="http://schemas.microsoft.com/office/powerpoint/2010/main" val="1750852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603AE127-802C-459A-A612-DB85B67F0D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C145F13-D7A0-0B00-4215-41BCEF850440}"/>
              </a:ext>
            </a:extLst>
          </p:cNvPr>
          <p:cNvSpPr>
            <a:spLocks noGrp="1"/>
          </p:cNvSpPr>
          <p:nvPr>
            <p:ph type="title"/>
          </p:nvPr>
        </p:nvSpPr>
        <p:spPr>
          <a:xfrm>
            <a:off x="1043950" y="1179151"/>
            <a:ext cx="3300646" cy="4463889"/>
          </a:xfrm>
        </p:spPr>
        <p:txBody>
          <a:bodyPr anchor="ctr">
            <a:normAutofit/>
          </a:bodyPr>
          <a:lstStyle/>
          <a:p>
            <a:r>
              <a:rPr lang="en-US"/>
              <a:t>BUISNESS NEED</a:t>
            </a:r>
          </a:p>
        </p:txBody>
      </p:sp>
      <p:sp>
        <p:nvSpPr>
          <p:cNvPr id="10" name="Isosceles Triangle 9">
            <a:extLst>
              <a:ext uri="{FF2B5EF4-FFF2-40B4-BE49-F238E27FC236}">
                <a16:creationId xmlns:a16="http://schemas.microsoft.com/office/drawing/2014/main" id="{9323D83D-50D6-4040-A58B-FCEA340F8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013200"/>
            <a:ext cx="448733" cy="2844800"/>
          </a:xfrm>
          <a:prstGeom prst="triangle">
            <a:avLst>
              <a:gd name="adj" fmla="val 0"/>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cxnSp>
        <p:nvCxnSpPr>
          <p:cNvPr id="12" name="Straight Connector 11">
            <a:extLst>
              <a:ext uri="{FF2B5EF4-FFF2-40B4-BE49-F238E27FC236}">
                <a16:creationId xmlns:a16="http://schemas.microsoft.com/office/drawing/2014/main" id="{1A1FE6BB-DFB2-4080-9B5E-076EF5DDE67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4656670" y="1442595"/>
            <a:ext cx="0" cy="3937000"/>
          </a:xfrm>
          <a:prstGeom prst="line">
            <a:avLst/>
          </a:prstGeom>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9EB4F08-AFEE-926B-DF68-6CE2EC7AD816}"/>
              </a:ext>
            </a:extLst>
          </p:cNvPr>
          <p:cNvSpPr>
            <a:spLocks noGrp="1"/>
          </p:cNvSpPr>
          <p:nvPr>
            <p:ph idx="1"/>
          </p:nvPr>
        </p:nvSpPr>
        <p:spPr>
          <a:xfrm>
            <a:off x="4978918" y="1109145"/>
            <a:ext cx="6341016" cy="4603900"/>
          </a:xfrm>
        </p:spPr>
        <p:txBody>
          <a:bodyPr anchor="ctr">
            <a:normAutofit/>
          </a:bodyPr>
          <a:lstStyle/>
          <a:p>
            <a:r>
              <a:rPr lang="en-US"/>
              <a:t>There is no simple, student-friendly platform where people can both learn skills and teach skills they already have.</a:t>
            </a:r>
          </a:p>
          <a:p>
            <a:r>
              <a:rPr lang="en-US"/>
              <a:t>Other platforms, like YouTube, only have a one-way system of communication, and are unable to provide feedback for a beginner who may be struggling.</a:t>
            </a:r>
          </a:p>
        </p:txBody>
      </p:sp>
      <p:sp>
        <p:nvSpPr>
          <p:cNvPr id="14" name="Isosceles Triangle 13">
            <a:extLst>
              <a:ext uri="{FF2B5EF4-FFF2-40B4-BE49-F238E27FC236}">
                <a16:creationId xmlns:a16="http://schemas.microsoft.com/office/drawing/2014/main" id="{F10FD715-4DCE-4779-B634-EC78315EA2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11364139" y="0"/>
            <a:ext cx="842596" cy="4616289"/>
          </a:xfrm>
          <a:prstGeom prst="triangle">
            <a:avLst>
              <a:gd name="adj" fmla="val 100000"/>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Tree>
    <p:extLst>
      <p:ext uri="{BB962C8B-B14F-4D97-AF65-F5344CB8AC3E}">
        <p14:creationId xmlns:p14="http://schemas.microsoft.com/office/powerpoint/2010/main" val="14013016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14946-4C87-A3B4-619E-A2741A351048}"/>
              </a:ext>
            </a:extLst>
          </p:cNvPr>
          <p:cNvSpPr>
            <a:spLocks noGrp="1"/>
          </p:cNvSpPr>
          <p:nvPr>
            <p:ph type="title"/>
          </p:nvPr>
        </p:nvSpPr>
        <p:spPr/>
        <p:txBody>
          <a:bodyPr/>
          <a:lstStyle/>
          <a:p>
            <a:r>
              <a:rPr lang="en-US"/>
              <a:t>What Are We Building?</a:t>
            </a:r>
          </a:p>
        </p:txBody>
      </p:sp>
      <p:sp>
        <p:nvSpPr>
          <p:cNvPr id="3" name="Content Placeholder 2">
            <a:extLst>
              <a:ext uri="{FF2B5EF4-FFF2-40B4-BE49-F238E27FC236}">
                <a16:creationId xmlns:a16="http://schemas.microsoft.com/office/drawing/2014/main" id="{63F1F5CD-CB58-4E90-F7FE-C52DFEC0BCDB}"/>
              </a:ext>
            </a:extLst>
          </p:cNvPr>
          <p:cNvSpPr>
            <a:spLocks noGrp="1"/>
          </p:cNvSpPr>
          <p:nvPr>
            <p:ph idx="1"/>
          </p:nvPr>
        </p:nvSpPr>
        <p:spPr/>
        <p:txBody>
          <a:bodyPr/>
          <a:lstStyle/>
          <a:p>
            <a:r>
              <a:rPr lang="en-US"/>
              <a:t>We are building a skill-sharing website where users can:</a:t>
            </a:r>
          </a:p>
          <a:p>
            <a:pPr>
              <a:buFont typeface="+mj-lt"/>
              <a:buAutoNum type="arabicPeriod"/>
            </a:pPr>
            <a:r>
              <a:rPr lang="en-US"/>
              <a:t>Create an account</a:t>
            </a:r>
          </a:p>
          <a:p>
            <a:pPr>
              <a:buFont typeface="+mj-lt"/>
              <a:buAutoNum type="arabicPeriod"/>
            </a:pPr>
            <a:r>
              <a:rPr lang="en-US"/>
              <a:t>List skills they want to learn</a:t>
            </a:r>
          </a:p>
          <a:p>
            <a:pPr>
              <a:buFont typeface="+mj-lt"/>
              <a:buAutoNum type="arabicPeriod"/>
            </a:pPr>
            <a:r>
              <a:rPr lang="en-US"/>
              <a:t>List skills they want to teach</a:t>
            </a:r>
          </a:p>
          <a:p>
            <a:pPr>
              <a:buFont typeface="+mj-lt"/>
              <a:buAutoNum type="arabicPeriod"/>
            </a:pPr>
            <a:r>
              <a:rPr lang="en-US"/>
              <a:t>Post lessons or tutorials</a:t>
            </a:r>
          </a:p>
          <a:p>
            <a:pPr>
              <a:buFont typeface="+mj-lt"/>
              <a:buAutoNum type="arabicPeriod"/>
            </a:pPr>
            <a:r>
              <a:rPr lang="en-US"/>
              <a:t>Connect with teachers</a:t>
            </a:r>
          </a:p>
        </p:txBody>
      </p:sp>
    </p:spTree>
    <p:extLst>
      <p:ext uri="{BB962C8B-B14F-4D97-AF65-F5344CB8AC3E}">
        <p14:creationId xmlns:p14="http://schemas.microsoft.com/office/powerpoint/2010/main" val="1977679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BA563-0ADC-B391-9A20-FC1EA4CAAAE6}"/>
              </a:ext>
            </a:extLst>
          </p:cNvPr>
          <p:cNvSpPr>
            <a:spLocks noGrp="1"/>
          </p:cNvSpPr>
          <p:nvPr>
            <p:ph type="title"/>
          </p:nvPr>
        </p:nvSpPr>
        <p:spPr/>
        <p:txBody>
          <a:bodyPr/>
          <a:lstStyle/>
          <a:p>
            <a:r>
              <a:rPr lang="en-US"/>
              <a:t>Who Is This For?</a:t>
            </a:r>
          </a:p>
        </p:txBody>
      </p:sp>
      <p:sp>
        <p:nvSpPr>
          <p:cNvPr id="3" name="Content Placeholder 2">
            <a:extLst>
              <a:ext uri="{FF2B5EF4-FFF2-40B4-BE49-F238E27FC236}">
                <a16:creationId xmlns:a16="http://schemas.microsoft.com/office/drawing/2014/main" id="{F4A2B827-37E2-2D54-88DB-F07AB8BFC65E}"/>
              </a:ext>
            </a:extLst>
          </p:cNvPr>
          <p:cNvSpPr>
            <a:spLocks noGrp="1"/>
          </p:cNvSpPr>
          <p:nvPr>
            <p:ph sz="half" idx="1"/>
          </p:nvPr>
        </p:nvSpPr>
        <p:spPr/>
        <p:txBody>
          <a:bodyPr vert="horz" lIns="91440" tIns="45720" rIns="91440" bIns="45720" rtlCol="0" anchor="t">
            <a:normAutofit/>
          </a:bodyPr>
          <a:lstStyle/>
          <a:p>
            <a:r>
              <a:rPr lang="en-US"/>
              <a:t>PRIMARY USERS:</a:t>
            </a:r>
          </a:p>
          <a:p>
            <a:pPr>
              <a:buFont typeface="+mj-lt"/>
              <a:buAutoNum type="arabicPeriod"/>
            </a:pPr>
            <a:r>
              <a:rPr lang="en-US"/>
              <a:t>Hobbyists</a:t>
            </a:r>
          </a:p>
          <a:p>
            <a:pPr>
              <a:buFont typeface="+mj-lt"/>
              <a:buAutoNum type="arabicPeriod"/>
            </a:pPr>
            <a:r>
              <a:rPr lang="en-US"/>
              <a:t>Students</a:t>
            </a:r>
          </a:p>
          <a:p>
            <a:pPr>
              <a:buFont typeface="+mj-lt"/>
              <a:buAutoNum type="arabicPeriod"/>
            </a:pPr>
            <a:r>
              <a:rPr lang="en-US"/>
              <a:t>Socially anxious/introverted people</a:t>
            </a:r>
          </a:p>
        </p:txBody>
      </p:sp>
      <p:sp>
        <p:nvSpPr>
          <p:cNvPr id="4" name="Content Placeholder 3">
            <a:extLst>
              <a:ext uri="{FF2B5EF4-FFF2-40B4-BE49-F238E27FC236}">
                <a16:creationId xmlns:a16="http://schemas.microsoft.com/office/drawing/2014/main" id="{54A94496-A466-7940-8DF7-74FC1401B97F}"/>
              </a:ext>
            </a:extLst>
          </p:cNvPr>
          <p:cNvSpPr>
            <a:spLocks noGrp="1"/>
          </p:cNvSpPr>
          <p:nvPr>
            <p:ph sz="half" idx="2"/>
          </p:nvPr>
        </p:nvSpPr>
        <p:spPr/>
        <p:txBody>
          <a:bodyPr vert="horz" lIns="91440" tIns="45720" rIns="91440" bIns="45720" rtlCol="0" anchor="t">
            <a:normAutofit/>
          </a:bodyPr>
          <a:lstStyle/>
          <a:p>
            <a:r>
              <a:rPr lang="en-US"/>
              <a:t>WHERE ARE THEY:</a:t>
            </a:r>
          </a:p>
          <a:p>
            <a:pPr>
              <a:buFont typeface="+mj-lt"/>
              <a:buAutoNum type="arabicPeriod"/>
            </a:pPr>
            <a:r>
              <a:rPr lang="en-US"/>
              <a:t>Universities</a:t>
            </a:r>
          </a:p>
          <a:p>
            <a:pPr>
              <a:buAutoNum type="arabicPeriod"/>
            </a:pPr>
            <a:r>
              <a:rPr lang="en-US"/>
              <a:t>Small/secluded locations</a:t>
            </a:r>
          </a:p>
          <a:p>
            <a:pPr>
              <a:buFont typeface="+mj-lt"/>
              <a:buAutoNum type="arabicPeriod"/>
            </a:pPr>
            <a:r>
              <a:rPr lang="en-US"/>
              <a:t>Online Communities</a:t>
            </a:r>
          </a:p>
          <a:p>
            <a:pPr>
              <a:buFont typeface="+mj-lt"/>
              <a:buAutoNum type="arabicPeriod"/>
            </a:pPr>
            <a:r>
              <a:rPr lang="en-US"/>
              <a:t>Or Just anywhere in the world with internet</a:t>
            </a:r>
          </a:p>
        </p:txBody>
      </p:sp>
    </p:spTree>
    <p:extLst>
      <p:ext uri="{BB962C8B-B14F-4D97-AF65-F5344CB8AC3E}">
        <p14:creationId xmlns:p14="http://schemas.microsoft.com/office/powerpoint/2010/main" val="21519143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8"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3425"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Isosceles Triangle 25">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2758"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Freeform: Shape 27">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F6EB143-BC6F-6CFF-4397-F8147CE6B7D0}"/>
              </a:ext>
            </a:extLst>
          </p:cNvPr>
          <p:cNvSpPr>
            <a:spLocks noGrp="1"/>
          </p:cNvSpPr>
          <p:nvPr>
            <p:ph type="title"/>
          </p:nvPr>
        </p:nvSpPr>
        <p:spPr>
          <a:xfrm>
            <a:off x="7181723" y="609600"/>
            <a:ext cx="4512989" cy="2227730"/>
          </a:xfrm>
        </p:spPr>
        <p:txBody>
          <a:bodyPr anchor="ctr">
            <a:normAutofit/>
          </a:bodyPr>
          <a:lstStyle/>
          <a:p>
            <a:r>
              <a:rPr lang="en-US">
                <a:solidFill>
                  <a:srgbClr val="FFFFFF"/>
                </a:solidFill>
              </a:rPr>
              <a:t>Why Are We Creating This?</a:t>
            </a:r>
          </a:p>
        </p:txBody>
      </p:sp>
      <p:pic>
        <p:nvPicPr>
          <p:cNvPr id="7" name="Graphic 6" descr="Teacher">
            <a:extLst>
              <a:ext uri="{FF2B5EF4-FFF2-40B4-BE49-F238E27FC236}">
                <a16:creationId xmlns:a16="http://schemas.microsoft.com/office/drawing/2014/main" id="{CB4CE5C4-207C-297B-06A7-5E468401F533}"/>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7251" y="1545062"/>
            <a:ext cx="3856774" cy="3856774"/>
          </a:xfrm>
          <a:prstGeom prst="rect">
            <a:avLst/>
          </a:prstGeom>
        </p:spPr>
      </p:pic>
      <p:sp>
        <p:nvSpPr>
          <p:cNvPr id="3" name="Content Placeholder 2">
            <a:extLst>
              <a:ext uri="{FF2B5EF4-FFF2-40B4-BE49-F238E27FC236}">
                <a16:creationId xmlns:a16="http://schemas.microsoft.com/office/drawing/2014/main" id="{E1A4178B-5304-B67C-DA4E-11436C541F42}"/>
              </a:ext>
            </a:extLst>
          </p:cNvPr>
          <p:cNvSpPr>
            <a:spLocks noGrp="1"/>
          </p:cNvSpPr>
          <p:nvPr>
            <p:ph idx="1"/>
          </p:nvPr>
        </p:nvSpPr>
        <p:spPr>
          <a:xfrm>
            <a:off x="7181725" y="2404843"/>
            <a:ext cx="4512988" cy="4121126"/>
          </a:xfrm>
        </p:spPr>
        <p:txBody>
          <a:bodyPr anchor="t">
            <a:normAutofit/>
          </a:bodyPr>
          <a:lstStyle/>
          <a:p>
            <a:r>
              <a:rPr lang="en-US">
                <a:solidFill>
                  <a:srgbClr val="FFFFFF"/>
                </a:solidFill>
              </a:rPr>
              <a:t>We are creating this platform to make learning skills more collaborative, beginner-friendly, and accessible. </a:t>
            </a:r>
          </a:p>
          <a:p>
            <a:r>
              <a:rPr lang="en-US">
                <a:solidFill>
                  <a:srgbClr val="FFFFFF"/>
                </a:solidFill>
              </a:rPr>
              <a:t>We are also creating this platform to:</a:t>
            </a:r>
          </a:p>
          <a:p>
            <a:pPr>
              <a:buFont typeface="+mj-lt"/>
              <a:buAutoNum type="arabicPeriod"/>
            </a:pPr>
            <a:r>
              <a:rPr lang="en-US">
                <a:solidFill>
                  <a:srgbClr val="FFFFFF"/>
                </a:solidFill>
              </a:rPr>
              <a:t>Encourage Peer Learning</a:t>
            </a:r>
          </a:p>
          <a:p>
            <a:pPr>
              <a:buFont typeface="+mj-lt"/>
              <a:buAutoNum type="arabicPeriod"/>
            </a:pPr>
            <a:r>
              <a:rPr lang="en-US">
                <a:solidFill>
                  <a:srgbClr val="FFFFFF"/>
                </a:solidFill>
              </a:rPr>
              <a:t>Help students build confidence</a:t>
            </a:r>
          </a:p>
          <a:p>
            <a:pPr>
              <a:buFont typeface="+mj-lt"/>
              <a:buAutoNum type="arabicPeriod"/>
            </a:pPr>
            <a:r>
              <a:rPr lang="en-US">
                <a:solidFill>
                  <a:srgbClr val="FFFFFF"/>
                </a:solidFill>
              </a:rPr>
              <a:t>Let learners become teachers</a:t>
            </a:r>
            <a:br>
              <a:rPr lang="en-US"/>
            </a:br>
            <a:endParaRPr lang="en-US">
              <a:solidFill>
                <a:srgbClr val="FFFFFF"/>
              </a:solidFill>
            </a:endParaRPr>
          </a:p>
        </p:txBody>
      </p:sp>
    </p:spTree>
    <p:extLst>
      <p:ext uri="{BB962C8B-B14F-4D97-AF65-F5344CB8AC3E}">
        <p14:creationId xmlns:p14="http://schemas.microsoft.com/office/powerpoint/2010/main" val="24795585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7952AB-DE47-956D-504B-63C0A097EA8A}"/>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3450D0B-E099-31E6-F706-66F27FF4BB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C1028E08-8A90-B79B-E087-0DBD27F2D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8D5DE055-4FC7-5935-9C34-C646626D1DD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83882153-34A8-BE10-7EDF-015068CBB33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8" name="Rectangle 23">
            <a:extLst>
              <a:ext uri="{FF2B5EF4-FFF2-40B4-BE49-F238E27FC236}">
                <a16:creationId xmlns:a16="http://schemas.microsoft.com/office/drawing/2014/main" id="{9CE14B5F-6618-F721-FA94-BE8C259511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5">
            <a:extLst>
              <a:ext uri="{FF2B5EF4-FFF2-40B4-BE49-F238E27FC236}">
                <a16:creationId xmlns:a16="http://schemas.microsoft.com/office/drawing/2014/main" id="{068DE504-8416-A66D-E447-391A44D15A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FE0B954C-0DE3-CA28-4515-A4281A4EAB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3425"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a:extLst>
              <a:ext uri="{FF2B5EF4-FFF2-40B4-BE49-F238E27FC236}">
                <a16:creationId xmlns:a16="http://schemas.microsoft.com/office/drawing/2014/main" id="{6723BBCB-1DB4-8E9D-D857-3756ACEDEB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Isosceles Triangle 25">
            <a:extLst>
              <a:ext uri="{FF2B5EF4-FFF2-40B4-BE49-F238E27FC236}">
                <a16:creationId xmlns:a16="http://schemas.microsoft.com/office/drawing/2014/main" id="{69534ED7-0E36-D4DA-E507-587A034E2B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2758"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Freeform: Shape 27">
            <a:extLst>
              <a:ext uri="{FF2B5EF4-FFF2-40B4-BE49-F238E27FC236}">
                <a16:creationId xmlns:a16="http://schemas.microsoft.com/office/drawing/2014/main" id="{16901B9D-9AE2-B100-137B-0775598CF5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C064366-F958-FA57-DB3B-2CAA11EFBC83}"/>
              </a:ext>
            </a:extLst>
          </p:cNvPr>
          <p:cNvSpPr>
            <a:spLocks noGrp="1"/>
          </p:cNvSpPr>
          <p:nvPr>
            <p:ph type="title"/>
          </p:nvPr>
        </p:nvSpPr>
        <p:spPr>
          <a:xfrm>
            <a:off x="7181723" y="609600"/>
            <a:ext cx="4512989" cy="2227730"/>
          </a:xfrm>
        </p:spPr>
        <p:txBody>
          <a:bodyPr anchor="ctr">
            <a:normAutofit/>
          </a:bodyPr>
          <a:lstStyle/>
          <a:p>
            <a:r>
              <a:rPr lang="en-US">
                <a:solidFill>
                  <a:srgbClr val="FFFFFF"/>
                </a:solidFill>
              </a:rPr>
              <a:t>Why Are We Creating This? Continued</a:t>
            </a:r>
          </a:p>
        </p:txBody>
      </p:sp>
      <p:pic>
        <p:nvPicPr>
          <p:cNvPr id="7" name="Graphic 6" descr="Teacher">
            <a:extLst>
              <a:ext uri="{FF2B5EF4-FFF2-40B4-BE49-F238E27FC236}">
                <a16:creationId xmlns:a16="http://schemas.microsoft.com/office/drawing/2014/main" id="{84B83D7A-2AB3-C0F7-E915-BA786DB46A1D}"/>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7251" y="1545062"/>
            <a:ext cx="3856774" cy="3856774"/>
          </a:xfrm>
          <a:prstGeom prst="rect">
            <a:avLst/>
          </a:prstGeom>
        </p:spPr>
      </p:pic>
      <p:sp>
        <p:nvSpPr>
          <p:cNvPr id="3" name="Content Placeholder 2">
            <a:extLst>
              <a:ext uri="{FF2B5EF4-FFF2-40B4-BE49-F238E27FC236}">
                <a16:creationId xmlns:a16="http://schemas.microsoft.com/office/drawing/2014/main" id="{09860D13-FED4-7DC7-BE86-1761F9684F61}"/>
              </a:ext>
            </a:extLst>
          </p:cNvPr>
          <p:cNvSpPr>
            <a:spLocks noGrp="1"/>
          </p:cNvSpPr>
          <p:nvPr>
            <p:ph idx="1"/>
          </p:nvPr>
        </p:nvSpPr>
        <p:spPr>
          <a:xfrm>
            <a:off x="7181725" y="2610788"/>
            <a:ext cx="4512988" cy="3915181"/>
          </a:xfrm>
        </p:spPr>
        <p:txBody>
          <a:bodyPr anchor="t">
            <a:normAutofit/>
          </a:bodyPr>
          <a:lstStyle/>
          <a:p>
            <a:r>
              <a:rPr lang="en-US">
                <a:solidFill>
                  <a:srgbClr val="FFFFFF"/>
                </a:solidFill>
              </a:rPr>
              <a:t>Learning a skill is much smoother and more fun when being taught by someone who knows what they are doing, and many experts enjoy what they do, and are often more than willing to teach someone who is interested. We want to give people like that a platform to socialize and learn.</a:t>
            </a:r>
          </a:p>
        </p:txBody>
      </p:sp>
    </p:spTree>
    <p:extLst>
      <p:ext uri="{BB962C8B-B14F-4D97-AF65-F5344CB8AC3E}">
        <p14:creationId xmlns:p14="http://schemas.microsoft.com/office/powerpoint/2010/main" val="1349021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65AC7D1-EAA9-48F5-B509-60A7F50BF7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2" name="Rectangle 11">
            <a:extLst>
              <a:ext uri="{FF2B5EF4-FFF2-40B4-BE49-F238E27FC236}">
                <a16:creationId xmlns:a16="http://schemas.microsoft.com/office/drawing/2014/main" id="{D6320AF9-619A-4175-865B-5663E1AEF4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Connector 13">
            <a:extLst>
              <a:ext uri="{FF2B5EF4-FFF2-40B4-BE49-F238E27FC236}">
                <a16:creationId xmlns:a16="http://schemas.microsoft.com/office/drawing/2014/main" id="{063B6EC6-D752-4EE7-908B-F8F19E8C7FE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111313" y="0"/>
            <a:ext cx="1219200" cy="6858000"/>
          </a:xfrm>
          <a:prstGeom prst="line">
            <a:avLst/>
          </a:prstGeom>
          <a:ln w="9525">
            <a:solidFill>
              <a:schemeClr val="accent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EFECD4E8-AD3E-4228-82A2-9461958EA94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3290979" y="3681413"/>
            <a:ext cx="4763558" cy="3176587"/>
          </a:xfrm>
          <a:prstGeom prst="line">
            <a:avLst/>
          </a:prstGeom>
          <a:ln w="9525">
            <a:solidFill>
              <a:schemeClr val="tx1">
                <a:lumMod val="50000"/>
                <a:lumOff val="50000"/>
                <a:alpha val="80000"/>
              </a:schemeClr>
            </a:solidFill>
          </a:ln>
        </p:spPr>
        <p:style>
          <a:lnRef idx="2">
            <a:schemeClr val="accent1"/>
          </a:lnRef>
          <a:fillRef idx="0">
            <a:schemeClr val="accent1"/>
          </a:fillRef>
          <a:effectRef idx="1">
            <a:schemeClr val="accent1"/>
          </a:effectRef>
          <a:fontRef idx="minor">
            <a:schemeClr val="tx1"/>
          </a:fontRef>
        </p:style>
      </p:cxnSp>
      <p:sp>
        <p:nvSpPr>
          <p:cNvPr id="18" name="Rectangle 23">
            <a:extLst>
              <a:ext uri="{FF2B5EF4-FFF2-40B4-BE49-F238E27FC236}">
                <a16:creationId xmlns:a16="http://schemas.microsoft.com/office/drawing/2014/main" id="{7E018740-5C2B-4A41-AC1A-7E68D1EC1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82568"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Rectangle 25">
            <a:extLst>
              <a:ext uri="{FF2B5EF4-FFF2-40B4-BE49-F238E27FC236}">
                <a16:creationId xmlns:a16="http://schemas.microsoft.com/office/drawing/2014/main" id="{166F75A4-C475-4941-8EE2-B80A06A2C1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534"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2" name="Isosceles Triangle 21">
            <a:extLst>
              <a:ext uri="{FF2B5EF4-FFF2-40B4-BE49-F238E27FC236}">
                <a16:creationId xmlns:a16="http://schemas.microsoft.com/office/drawing/2014/main" id="{A032553A-72E8-4B0D-8405-FF9771C9AF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33425"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Rectangle 27">
            <a:extLst>
              <a:ext uri="{FF2B5EF4-FFF2-40B4-BE49-F238E27FC236}">
                <a16:creationId xmlns:a16="http://schemas.microsoft.com/office/drawing/2014/main" id="{765800AC-C3B9-498E-87BC-29FAE4C76B2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35592"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Isosceles Triangle 25">
            <a:extLst>
              <a:ext uri="{FF2B5EF4-FFF2-40B4-BE49-F238E27FC236}">
                <a16:creationId xmlns:a16="http://schemas.microsoft.com/office/drawing/2014/main" id="{1F9D6ACB-2FF4-49F9-978A-E0D5327FC6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72758"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Freeform: Shape 27">
            <a:extLst>
              <a:ext uri="{FF2B5EF4-FFF2-40B4-BE49-F238E27FC236}">
                <a16:creationId xmlns:a16="http://schemas.microsoft.com/office/drawing/2014/main" id="{A5EC319D-0FEA-4B95-A3EA-01E35672C9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97631" y="-8467"/>
            <a:ext cx="5994369" cy="6866467"/>
          </a:xfrm>
          <a:custGeom>
            <a:avLst/>
            <a:gdLst>
              <a:gd name="connsiteX0" fmla="*/ 0 w 5994369"/>
              <a:gd name="connsiteY0" fmla="*/ 0 h 6866467"/>
              <a:gd name="connsiteX1" fmla="*/ 1249825 w 5994369"/>
              <a:gd name="connsiteY1" fmla="*/ 0 h 6866467"/>
              <a:gd name="connsiteX2" fmla="*/ 1249825 w 5994369"/>
              <a:gd name="connsiteY2" fmla="*/ 8467 h 6866467"/>
              <a:gd name="connsiteX3" fmla="*/ 5994369 w 5994369"/>
              <a:gd name="connsiteY3" fmla="*/ 8467 h 6866467"/>
              <a:gd name="connsiteX4" fmla="*/ 5994369 w 5994369"/>
              <a:gd name="connsiteY4" fmla="*/ 6866467 h 6866467"/>
              <a:gd name="connsiteX5" fmla="*/ 1249825 w 5994369"/>
              <a:gd name="connsiteY5" fmla="*/ 6866467 h 6866467"/>
              <a:gd name="connsiteX6" fmla="*/ 1109382 w 5994369"/>
              <a:gd name="connsiteY6" fmla="*/ 6866467 h 68664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94369" h="6866467">
                <a:moveTo>
                  <a:pt x="0" y="0"/>
                </a:moveTo>
                <a:lnTo>
                  <a:pt x="1249825" y="0"/>
                </a:lnTo>
                <a:lnTo>
                  <a:pt x="1249825" y="8467"/>
                </a:lnTo>
                <a:lnTo>
                  <a:pt x="5994369" y="8467"/>
                </a:lnTo>
                <a:lnTo>
                  <a:pt x="5994369" y="6866467"/>
                </a:lnTo>
                <a:lnTo>
                  <a:pt x="1249825" y="6866467"/>
                </a:lnTo>
                <a:lnTo>
                  <a:pt x="1109382" y="6866467"/>
                </a:lnTo>
                <a:close/>
              </a:path>
            </a:pathLst>
          </a:cu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932812C-7970-54BA-03F7-34FFE31C447E}"/>
              </a:ext>
            </a:extLst>
          </p:cNvPr>
          <p:cNvSpPr>
            <a:spLocks noGrp="1"/>
          </p:cNvSpPr>
          <p:nvPr>
            <p:ph type="title"/>
          </p:nvPr>
        </p:nvSpPr>
        <p:spPr>
          <a:xfrm>
            <a:off x="7181723" y="609600"/>
            <a:ext cx="4512989" cy="2227730"/>
          </a:xfrm>
        </p:spPr>
        <p:txBody>
          <a:bodyPr anchor="ctr">
            <a:normAutofit/>
          </a:bodyPr>
          <a:lstStyle/>
          <a:p>
            <a:r>
              <a:rPr lang="en-US">
                <a:solidFill>
                  <a:srgbClr val="FFFFFF"/>
                </a:solidFill>
              </a:rPr>
              <a:t>IMPACT</a:t>
            </a:r>
          </a:p>
        </p:txBody>
      </p:sp>
      <p:pic>
        <p:nvPicPr>
          <p:cNvPr id="7" name="Graphic 6" descr="Group Brainstorm">
            <a:extLst>
              <a:ext uri="{FF2B5EF4-FFF2-40B4-BE49-F238E27FC236}">
                <a16:creationId xmlns:a16="http://schemas.microsoft.com/office/drawing/2014/main" id="{5F310DA3-9805-DEB4-34F6-A8BC6BE862D5}"/>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57251" y="1545062"/>
            <a:ext cx="3856774" cy="3856774"/>
          </a:xfrm>
          <a:prstGeom prst="rect">
            <a:avLst/>
          </a:prstGeom>
        </p:spPr>
      </p:pic>
      <p:sp>
        <p:nvSpPr>
          <p:cNvPr id="3" name="Content Placeholder 2">
            <a:extLst>
              <a:ext uri="{FF2B5EF4-FFF2-40B4-BE49-F238E27FC236}">
                <a16:creationId xmlns:a16="http://schemas.microsoft.com/office/drawing/2014/main" id="{FCA38070-4B8F-6043-9268-38018916647A}"/>
              </a:ext>
            </a:extLst>
          </p:cNvPr>
          <p:cNvSpPr>
            <a:spLocks noGrp="1"/>
          </p:cNvSpPr>
          <p:nvPr>
            <p:ph idx="1"/>
          </p:nvPr>
        </p:nvSpPr>
        <p:spPr>
          <a:xfrm>
            <a:off x="7181725" y="2837329"/>
            <a:ext cx="4512988" cy="3317938"/>
          </a:xfrm>
        </p:spPr>
        <p:txBody>
          <a:bodyPr anchor="t">
            <a:normAutofit/>
          </a:bodyPr>
          <a:lstStyle/>
          <a:p>
            <a:r>
              <a:rPr lang="en-US">
                <a:solidFill>
                  <a:srgbClr val="FFFFFF"/>
                </a:solidFill>
              </a:rPr>
              <a:t>When we are done, learning a skill alone will become learning a skill through community, so we want to build a platform where users can both learn skills and share their own knowledge.</a:t>
            </a:r>
          </a:p>
        </p:txBody>
      </p:sp>
    </p:spTree>
    <p:extLst>
      <p:ext uri="{BB962C8B-B14F-4D97-AF65-F5344CB8AC3E}">
        <p14:creationId xmlns:p14="http://schemas.microsoft.com/office/powerpoint/2010/main" val="142144126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2BA8EE-AD83-9CB6-F479-B31449F8C594}"/>
              </a:ext>
            </a:extLst>
          </p:cNvPr>
          <p:cNvSpPr>
            <a:spLocks noGrp="1"/>
          </p:cNvSpPr>
          <p:nvPr>
            <p:ph type="title"/>
          </p:nvPr>
        </p:nvSpPr>
        <p:spPr/>
        <p:txBody>
          <a:bodyPr/>
          <a:lstStyle/>
          <a:p>
            <a:r>
              <a:rPr lang="en-US"/>
              <a:t>CONCLUSION</a:t>
            </a:r>
          </a:p>
        </p:txBody>
      </p:sp>
      <p:sp>
        <p:nvSpPr>
          <p:cNvPr id="3" name="Content Placeholder 2">
            <a:extLst>
              <a:ext uri="{FF2B5EF4-FFF2-40B4-BE49-F238E27FC236}">
                <a16:creationId xmlns:a16="http://schemas.microsoft.com/office/drawing/2014/main" id="{93F8D36C-3802-855A-F577-0D70B6BD0B34}"/>
              </a:ext>
            </a:extLst>
          </p:cNvPr>
          <p:cNvSpPr>
            <a:spLocks noGrp="1"/>
          </p:cNvSpPr>
          <p:nvPr>
            <p:ph idx="1"/>
          </p:nvPr>
        </p:nvSpPr>
        <p:spPr/>
        <p:txBody>
          <a:bodyPr/>
          <a:lstStyle/>
          <a:p>
            <a:r>
              <a:rPr lang="en-US"/>
              <a:t>Trade My skills aims to turn learning skills into a two-way street, where learners become teachers, and everyone grows together.</a:t>
            </a:r>
          </a:p>
        </p:txBody>
      </p:sp>
    </p:spTree>
    <p:extLst>
      <p:ext uri="{BB962C8B-B14F-4D97-AF65-F5344CB8AC3E}">
        <p14:creationId xmlns:p14="http://schemas.microsoft.com/office/powerpoint/2010/main" val="393458898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B4DE830A-B531-4A3B-96F6-0ECE88B085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8467"/>
            <a:ext cx="12192000" cy="6866467"/>
            <a:chOff x="0" y="-8467"/>
            <a:chExt cx="12192000" cy="6866467"/>
          </a:xfrm>
        </p:grpSpPr>
        <p:cxnSp>
          <p:nvCxnSpPr>
            <p:cNvPr id="11" name="Straight Connector 10">
              <a:extLst>
                <a:ext uri="{FF2B5EF4-FFF2-40B4-BE49-F238E27FC236}">
                  <a16:creationId xmlns:a16="http://schemas.microsoft.com/office/drawing/2014/main" id="{2813DF2C-461A-4A8F-9679-A172790D1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12" name="Straight Connector 11">
              <a:extLst>
                <a:ext uri="{FF2B5EF4-FFF2-40B4-BE49-F238E27FC236}">
                  <a16:creationId xmlns:a16="http://schemas.microsoft.com/office/drawing/2014/main" id="{54CD3A85-C039-4249-86E4-1EB9318B549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13" name="Rectangle 23">
              <a:extLst>
                <a:ext uri="{FF2B5EF4-FFF2-40B4-BE49-F238E27FC236}">
                  <a16:creationId xmlns:a16="http://schemas.microsoft.com/office/drawing/2014/main" id="{887EA6D2-2883-42C2-993D-094CA6D65DA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4" name="Rectangle 25">
              <a:extLst>
                <a:ext uri="{FF2B5EF4-FFF2-40B4-BE49-F238E27FC236}">
                  <a16:creationId xmlns:a16="http://schemas.microsoft.com/office/drawing/2014/main" id="{3B895046-636F-4D1B-ACA4-29AA0CB332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5" name="Isosceles Triangle 14">
              <a:extLst>
                <a:ext uri="{FF2B5EF4-FFF2-40B4-BE49-F238E27FC236}">
                  <a16:creationId xmlns:a16="http://schemas.microsoft.com/office/drawing/2014/main" id="{C6B0CDE3-E054-4EDD-A43B-F96843D8BF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6" name="Rectangle 27">
              <a:extLst>
                <a:ext uri="{FF2B5EF4-FFF2-40B4-BE49-F238E27FC236}">
                  <a16:creationId xmlns:a16="http://schemas.microsoft.com/office/drawing/2014/main" id="{3B66B1A2-F145-4C9B-85CC-4BF30D58CB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7" name="Rectangle 28">
              <a:extLst>
                <a:ext uri="{FF2B5EF4-FFF2-40B4-BE49-F238E27FC236}">
                  <a16:creationId xmlns:a16="http://schemas.microsoft.com/office/drawing/2014/main" id="{5D4FC972-94B3-4035-8D31-E668C132B41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8" name="Rectangle 29">
              <a:extLst>
                <a:ext uri="{FF2B5EF4-FFF2-40B4-BE49-F238E27FC236}">
                  <a16:creationId xmlns:a16="http://schemas.microsoft.com/office/drawing/2014/main" id="{374B9941-AFBE-4A77-A50E-B6EA04A746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a:extLst>
                <a:ext uri="{FF2B5EF4-FFF2-40B4-BE49-F238E27FC236}">
                  <a16:creationId xmlns:a16="http://schemas.microsoft.com/office/drawing/2014/main" id="{27A982C5-2C38-4CE9-BC18-94697AD657F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0" name="Isosceles Triangle 19">
              <a:extLst>
                <a:ext uri="{FF2B5EF4-FFF2-40B4-BE49-F238E27FC236}">
                  <a16:creationId xmlns:a16="http://schemas.microsoft.com/office/drawing/2014/main" id="{0060D8D1-7BB1-498F-AFBB-ADAC130A9E9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a:extLst>
              <a:ext uri="{FF2B5EF4-FFF2-40B4-BE49-F238E27FC236}">
                <a16:creationId xmlns:a16="http://schemas.microsoft.com/office/drawing/2014/main" id="{BF730E88-5AAF-B37B-9356-DF5BB406BF94}"/>
              </a:ext>
            </a:extLst>
          </p:cNvPr>
          <p:cNvSpPr>
            <a:spLocks noGrp="1"/>
          </p:cNvSpPr>
          <p:nvPr>
            <p:ph type="title"/>
          </p:nvPr>
        </p:nvSpPr>
        <p:spPr>
          <a:xfrm>
            <a:off x="4974337" y="1265314"/>
            <a:ext cx="4299666" cy="3249131"/>
          </a:xfrm>
        </p:spPr>
        <p:txBody>
          <a:bodyPr vert="horz" lIns="91440" tIns="45720" rIns="91440" bIns="45720" rtlCol="0" anchor="b">
            <a:normAutofit/>
          </a:bodyPr>
          <a:lstStyle/>
          <a:p>
            <a:r>
              <a:rPr lang="en-US" sz="5400" kern="1200">
                <a:solidFill>
                  <a:schemeClr val="accent1"/>
                </a:solidFill>
                <a:latin typeface="+mj-lt"/>
                <a:ea typeface="+mj-ea"/>
                <a:cs typeface="+mj-cs"/>
              </a:rPr>
              <a:t>ANY QUESTIONS?</a:t>
            </a:r>
          </a:p>
        </p:txBody>
      </p:sp>
      <p:sp>
        <p:nvSpPr>
          <p:cNvPr id="22" name="Isosceles Triangle 21">
            <a:extLst>
              <a:ext uri="{FF2B5EF4-FFF2-40B4-BE49-F238E27FC236}">
                <a16:creationId xmlns:a16="http://schemas.microsoft.com/office/drawing/2014/main" id="{5A7802B6-FF37-40CF-A7E2-6F2A0D9A9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3174" y="1270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7" name="Graphic 6" descr="Thought bubble">
            <a:extLst>
              <a:ext uri="{FF2B5EF4-FFF2-40B4-BE49-F238E27FC236}">
                <a16:creationId xmlns:a16="http://schemas.microsoft.com/office/drawing/2014/main" id="{48E847A1-C51A-F65D-C4DB-BB07AF095F6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888604" y="1550139"/>
            <a:ext cx="3765692" cy="3765692"/>
          </a:xfrm>
          <a:prstGeom prst="rect">
            <a:avLst/>
          </a:prstGeom>
        </p:spPr>
      </p:pic>
    </p:spTree>
    <p:extLst>
      <p:ext uri="{BB962C8B-B14F-4D97-AF65-F5344CB8AC3E}">
        <p14:creationId xmlns:p14="http://schemas.microsoft.com/office/powerpoint/2010/main" val="174469449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Application>Microsoft Office PowerPoint</Application>
  <PresentationFormat>Widescreen</PresentationFormat>
  <Slides>11</Slides>
  <Notes>0</Notes>
  <HiddenSlides>0</HiddenSlide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Facet</vt:lpstr>
      <vt:lpstr>TRADE MY SKILLS</vt:lpstr>
      <vt:lpstr>GROUP D</vt:lpstr>
      <vt:lpstr>Learning a skill is harder than ever because there is too much scattered information. Beginners don’t know:</vt:lpstr>
      <vt:lpstr>BUISNESS NEED</vt:lpstr>
      <vt:lpstr>What Are We Building?</vt:lpstr>
      <vt:lpstr>Who Is This For?</vt:lpstr>
      <vt:lpstr>Why Are We Creating This?</vt:lpstr>
      <vt:lpstr>Why Are We Creating This? Continued</vt:lpstr>
      <vt:lpstr>IMPACT</vt:lpstr>
      <vt:lpstr>CONCLUSION</vt:lpstr>
      <vt:lpstr>ANY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Fortune Toni-ojiako</dc:creator>
  <cp:revision>1</cp:revision>
  <dcterms:created xsi:type="dcterms:W3CDTF">2026-01-28T16:10:40Z</dcterms:created>
  <dcterms:modified xsi:type="dcterms:W3CDTF">2026-01-28T21:01:12Z</dcterms:modified>
</cp:coreProperties>
</file>